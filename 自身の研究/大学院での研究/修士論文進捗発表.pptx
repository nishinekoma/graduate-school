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3"/>
  </p:notesMasterIdLst>
  <p:handoutMasterIdLst>
    <p:handoutMasterId r:id="rId14"/>
  </p:handoutMasterIdLst>
  <p:sldIdLst>
    <p:sldId id="272" r:id="rId2"/>
    <p:sldId id="273" r:id="rId3"/>
    <p:sldId id="274" r:id="rId4"/>
    <p:sldId id="280" r:id="rId5"/>
    <p:sldId id="281" r:id="rId6"/>
    <p:sldId id="282" r:id="rId7"/>
    <p:sldId id="275" r:id="rId8"/>
    <p:sldId id="276" r:id="rId9"/>
    <p:sldId id="277" r:id="rId10"/>
    <p:sldId id="278" r:id="rId11"/>
    <p:sldId id="279" r:id="rId12"/>
  </p:sldIdLst>
  <p:sldSz cx="12192000" cy="6858000"/>
  <p:notesSz cx="6858000" cy="9144000"/>
  <p:defaultTextStyle>
    <a:defPPr rtl="0">
      <a:defRPr lang="ja-j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799B23B-EC83-4686-B30A-512413B5E67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211" autoAdjust="0"/>
    <p:restoredTop sz="69088" autoAdjust="0"/>
  </p:normalViewPr>
  <p:slideViewPr>
    <p:cSldViewPr snapToGrid="0">
      <p:cViewPr>
        <p:scale>
          <a:sx n="50" d="100"/>
          <a:sy n="50" d="100"/>
        </p:scale>
        <p:origin x="1312" y="-248"/>
      </p:cViewPr>
      <p:guideLst/>
    </p:cSldViewPr>
  </p:slideViewPr>
  <p:notesTextViewPr>
    <p:cViewPr>
      <p:scale>
        <a:sx n="125" d="100"/>
        <a:sy n="125" d="100"/>
      </p:scale>
      <p:origin x="0" y="-28"/>
    </p:cViewPr>
  </p:notesTextViewPr>
  <p:sorterViewPr>
    <p:cViewPr>
      <p:scale>
        <a:sx n="100" d="100"/>
        <a:sy n="100" d="100"/>
      </p:scale>
      <p:origin x="0" y="0"/>
    </p:cViewPr>
  </p:sorterViewPr>
  <p:notesViewPr>
    <p:cSldViewPr snapToGrid="0">
      <p:cViewPr varScale="1">
        <p:scale>
          <a:sx n="87" d="100"/>
          <a:sy n="87" d="100"/>
        </p:scale>
        <p:origin x="3090"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dirty="0">
              <a:latin typeface="Meiryo UI" panose="020B0604030504040204" pitchFamily="50" charset="-128"/>
              <a:ea typeface="Meiryo UI" panose="020B0604030504040204" pitchFamily="50" charset="-128"/>
            </a:endParaRPr>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94DA88A-700E-4959-AD05-3C421866BDC6}" type="datetime4">
              <a:rPr kumimoji="1" lang="ja-JP" altLang="en-US" smtClean="0">
                <a:latin typeface="Meiryo UI" panose="020B0604030504040204" pitchFamily="50" charset="-128"/>
                <a:ea typeface="Meiryo UI" panose="020B0604030504040204" pitchFamily="50" charset="-128"/>
              </a:rPr>
              <a:t>2026年6月16日</a:t>
            </a:fld>
            <a:endParaRPr kumimoji="1" lang="ja-JP" altLang="en-US" dirty="0">
              <a:latin typeface="Meiryo UI" panose="020B0604030504040204" pitchFamily="50" charset="-128"/>
              <a:ea typeface="Meiryo UI" panose="020B0604030504040204" pitchFamily="50" charset="-128"/>
            </a:endParaRPr>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dirty="0">
              <a:latin typeface="Meiryo UI" panose="020B0604030504040204" pitchFamily="50" charset="-128"/>
              <a:ea typeface="Meiryo UI" panose="020B0604030504040204" pitchFamily="50" charset="-128"/>
            </a:endParaRPr>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A09A4F4-89FA-4551-A9F4-ECDBD52C06D6}" type="slidenum">
              <a:rPr kumimoji="1" lang="en-US" altLang="ja-JP" smtClean="0">
                <a:latin typeface="Meiryo UI" panose="020B0604030504040204" pitchFamily="50" charset="-128"/>
                <a:ea typeface="Meiryo UI" panose="020B0604030504040204" pitchFamily="50" charset="-128"/>
              </a:rPr>
              <a:t>‹#›</a:t>
            </a:fld>
            <a:endParaRPr kumimoji="1" lang="ja-JP"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5248109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Meiryo UI" panose="020B0604030504040204" pitchFamily="50" charset="-128"/>
                <a:ea typeface="Meiryo UI" panose="020B0604030504040204" pitchFamily="50" charset="-128"/>
              </a:defRPr>
            </a:lvl1pPr>
          </a:lstStyle>
          <a:p>
            <a:endParaRPr lang="ja-JP" altLang="en-US" dirty="0"/>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Meiryo UI" panose="020B0604030504040204" pitchFamily="50" charset="-128"/>
                <a:ea typeface="Meiryo UI" panose="020B0604030504040204" pitchFamily="50" charset="-128"/>
              </a:defRPr>
            </a:lvl1pPr>
          </a:lstStyle>
          <a:p>
            <a:fld id="{EECA54F6-A409-4052-BA8C-D33E3AF8AD29}" type="datetime4">
              <a:rPr lang="ja-JP" altLang="en-US" smtClean="0"/>
              <a:pPr/>
              <a:t>2026年6月16日</a:t>
            </a:fld>
            <a:endParaRPr lang="ja-JP" altLang="en-US" dirty="0"/>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ja-JP" altLang="en-US" noProof="0" dirty="0"/>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ja-JP" altLang="en-US" noProof="0" dirty="0"/>
              <a:t>クリックしてマスター テキストのスタイルを編集</a:t>
            </a:r>
          </a:p>
          <a:p>
            <a:pPr lvl="1" rtl="0"/>
            <a:r>
              <a:rPr lang="ja-JP" altLang="en-US" noProof="0" dirty="0"/>
              <a:t>第 </a:t>
            </a:r>
            <a:r>
              <a:rPr lang="en-US" altLang="ja-JP" noProof="0" dirty="0"/>
              <a:t>2 </a:t>
            </a:r>
            <a:r>
              <a:rPr lang="ja-JP" altLang="en-US" noProof="0" dirty="0"/>
              <a:t>レベル</a:t>
            </a:r>
          </a:p>
          <a:p>
            <a:pPr lvl="2" rtl="0"/>
            <a:r>
              <a:rPr lang="ja-JP" altLang="en-US" noProof="0" dirty="0"/>
              <a:t>第 </a:t>
            </a:r>
            <a:r>
              <a:rPr lang="en-US" altLang="ja-JP" noProof="0" dirty="0"/>
              <a:t>3 </a:t>
            </a:r>
            <a:r>
              <a:rPr lang="ja-JP" altLang="en-US" noProof="0" dirty="0"/>
              <a:t>レベル</a:t>
            </a:r>
          </a:p>
          <a:p>
            <a:pPr lvl="3" rtl="0"/>
            <a:r>
              <a:rPr lang="ja-JP" altLang="en-US" noProof="0" dirty="0"/>
              <a:t>第 </a:t>
            </a:r>
            <a:r>
              <a:rPr lang="en-US" altLang="ja-JP" noProof="0" dirty="0"/>
              <a:t>4 </a:t>
            </a:r>
            <a:r>
              <a:rPr lang="ja-JP" altLang="en-US" noProof="0" dirty="0"/>
              <a:t>レベル</a:t>
            </a:r>
          </a:p>
          <a:p>
            <a:pPr lvl="4" rtl="0"/>
            <a:r>
              <a:rPr lang="ja-JP" altLang="en-US" noProof="0" dirty="0"/>
              <a:t>第 </a:t>
            </a:r>
            <a:r>
              <a:rPr lang="en-US" altLang="ja-JP" noProof="0" dirty="0"/>
              <a:t>5 </a:t>
            </a:r>
            <a:r>
              <a:rPr lang="ja-JP" altLang="en-US" noProof="0" dirty="0"/>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Meiryo UI" panose="020B0604030504040204" pitchFamily="50" charset="-128"/>
                <a:ea typeface="Meiryo UI" panose="020B0604030504040204" pitchFamily="50" charset="-128"/>
              </a:defRPr>
            </a:lvl1pPr>
          </a:lstStyle>
          <a:p>
            <a:endParaRPr lang="ja-JP" altLang="en-US" dirty="0"/>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Meiryo UI" panose="020B0604030504040204" pitchFamily="50" charset="-128"/>
                <a:ea typeface="Meiryo UI" panose="020B0604030504040204" pitchFamily="50" charset="-128"/>
              </a:defRPr>
            </a:lvl1pPr>
          </a:lstStyle>
          <a:p>
            <a:fld id="{893B0CF2-7F87-4E02-A248-870047730F99}" type="slidenum">
              <a:rPr lang="en-US" altLang="ja-JP" smtClean="0"/>
              <a:pPr/>
              <a:t>‹#›</a:t>
            </a:fld>
            <a:endParaRPr lang="ja-JP" altLang="en-US" dirty="0"/>
          </a:p>
        </p:txBody>
      </p:sp>
    </p:spTree>
    <p:extLst>
      <p:ext uri="{BB962C8B-B14F-4D97-AF65-F5344CB8AC3E}">
        <p14:creationId xmlns:p14="http://schemas.microsoft.com/office/powerpoint/2010/main" val="36149813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eiryo UI" panose="020B0604030504040204" pitchFamily="50" charset="-128"/>
        <a:ea typeface="Meiryo UI" panose="020B0604030504040204" pitchFamily="50" charset="-128"/>
        <a:cs typeface="+mn-cs"/>
      </a:defRPr>
    </a:lvl1pPr>
    <a:lvl2pPr marL="457200" algn="l" defTabSz="914400" rtl="0" eaLnBrk="1" latinLnBrk="0" hangingPunct="1">
      <a:defRPr sz="1200" kern="1200">
        <a:solidFill>
          <a:schemeClr val="tx1"/>
        </a:solidFill>
        <a:latin typeface="Meiryo UI" panose="020B0604030504040204" pitchFamily="50" charset="-128"/>
        <a:ea typeface="Meiryo UI" panose="020B0604030504040204" pitchFamily="50" charset="-128"/>
        <a:cs typeface="+mn-cs"/>
      </a:defRPr>
    </a:lvl2pPr>
    <a:lvl3pPr marL="914400" algn="l" defTabSz="914400" rtl="0" eaLnBrk="1" latinLnBrk="0" hangingPunct="1">
      <a:defRPr sz="1200" kern="1200">
        <a:solidFill>
          <a:schemeClr val="tx1"/>
        </a:solidFill>
        <a:latin typeface="Meiryo UI" panose="020B0604030504040204" pitchFamily="50" charset="-128"/>
        <a:ea typeface="Meiryo UI" panose="020B0604030504040204" pitchFamily="50" charset="-128"/>
        <a:cs typeface="+mn-cs"/>
      </a:defRPr>
    </a:lvl3pPr>
    <a:lvl4pPr marL="1371600" algn="l" defTabSz="914400" rtl="0" eaLnBrk="1" latinLnBrk="0" hangingPunct="1">
      <a:defRPr sz="1200" kern="1200">
        <a:solidFill>
          <a:schemeClr val="tx1"/>
        </a:solidFill>
        <a:latin typeface="Meiryo UI" panose="020B0604030504040204" pitchFamily="50" charset="-128"/>
        <a:ea typeface="Meiryo UI" panose="020B0604030504040204" pitchFamily="50" charset="-128"/>
        <a:cs typeface="+mn-cs"/>
      </a:defRPr>
    </a:lvl4pPr>
    <a:lvl5pPr marL="1828800" algn="l" defTabSz="914400" rtl="0" eaLnBrk="1" latinLnBrk="0" hangingPunct="1">
      <a:defRPr sz="1200" kern="1200">
        <a:solidFill>
          <a:schemeClr val="tx1"/>
        </a:solidFill>
        <a:latin typeface="Meiryo UI" panose="020B0604030504040204" pitchFamily="50" charset="-128"/>
        <a:ea typeface="Meiryo UI" panose="020B0604030504040204" pitchFamily="50"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rtlCol="0"/>
          <a:lstStyle/>
          <a:p>
            <a:pPr rtl="0"/>
            <a:endParaRPr lang="ja-JP" altLang="en-US" dirty="0">
              <a:latin typeface="Meiryo UI" panose="020B0604030504040204" pitchFamily="50" charset="-128"/>
              <a:ea typeface="Meiryo UI" panose="020B0604030504040204" pitchFamily="50" charset="-128"/>
            </a:endParaRPr>
          </a:p>
        </p:txBody>
      </p:sp>
      <p:sp>
        <p:nvSpPr>
          <p:cNvPr id="4" name="スライド番号プレースホルダー 3"/>
          <p:cNvSpPr>
            <a:spLocks noGrp="1"/>
          </p:cNvSpPr>
          <p:nvPr>
            <p:ph type="sldNum" sz="quarter" idx="10"/>
          </p:nvPr>
        </p:nvSpPr>
        <p:spPr/>
        <p:txBody>
          <a:bodyPr rtlCol="0"/>
          <a:lstStyle/>
          <a:p>
            <a:pPr rtl="0"/>
            <a:fld id="{893B0CF2-7F87-4E02-A248-870047730F99}" type="slidenum">
              <a:rPr lang="en-US" altLang="ja-JP" smtClean="0">
                <a:latin typeface="Meiryo UI" panose="020B0604030504040204" pitchFamily="50" charset="-128"/>
                <a:ea typeface="Meiryo UI" panose="020B0604030504040204" pitchFamily="50" charset="-128"/>
              </a:rPr>
              <a:t>1</a:t>
            </a:fld>
            <a:endParaRPr lang="ja-JP"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4951338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latin typeface="Meiryo UI" panose="020B0604030504040204" pitchFamily="50" charset="-128"/>
              <a:ea typeface="Meiryo UI" panose="020B0604030504040204" pitchFamily="50" charset="-128"/>
            </a:endParaRPr>
          </a:p>
        </p:txBody>
      </p:sp>
      <p:sp>
        <p:nvSpPr>
          <p:cNvPr id="4" name="スライド番号プレースホルダー 3"/>
          <p:cNvSpPr>
            <a:spLocks noGrp="1"/>
          </p:cNvSpPr>
          <p:nvPr>
            <p:ph type="sldNum" sz="quarter" idx="10"/>
          </p:nvPr>
        </p:nvSpPr>
        <p:spPr/>
        <p:txBody>
          <a:bodyPr/>
          <a:lstStyle/>
          <a:p>
            <a:pPr rtl="0"/>
            <a:fld id="{893B0CF2-7F87-4E02-A248-870047730F99}" type="slidenum">
              <a:rPr lang="en-US" altLang="ja-JP" smtClean="0">
                <a:latin typeface="Meiryo UI" panose="020B0604030504040204" pitchFamily="50" charset="-128"/>
                <a:ea typeface="Meiryo UI" panose="020B0604030504040204" pitchFamily="50" charset="-128"/>
              </a:rPr>
              <a:t>2</a:t>
            </a:fld>
            <a:endParaRPr lang="ja-JP"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663518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200" b="0" i="0" kern="1200" dirty="0">
                <a:solidFill>
                  <a:schemeClr val="tx1"/>
                </a:solidFill>
                <a:effectLst/>
                <a:latin typeface="Meiryo UI" panose="020B0604030504040204" pitchFamily="50" charset="-128"/>
                <a:ea typeface="Meiryo UI" panose="020B0604030504040204" pitchFamily="50" charset="-128"/>
                <a:cs typeface="+mn-cs"/>
              </a:rPr>
              <a:t>ダークパターンとは，ユーザを意図しない意思決定へ誘導するために設計された操作的なUIやUX</a:t>
            </a:r>
            <a:r>
              <a:rPr lang="ja-JP" altLang="en-US" sz="1200" b="0" i="0" kern="1200" dirty="0">
                <a:solidFill>
                  <a:schemeClr val="tx1"/>
                </a:solidFill>
                <a:effectLst/>
                <a:latin typeface="Meiryo UI" panose="020B0604030504040204" pitchFamily="50" charset="-128"/>
                <a:ea typeface="Meiryo UI" panose="020B0604030504040204" pitchFamily="50" charset="-128"/>
                <a:cs typeface="+mn-cs"/>
              </a:rPr>
              <a:t>デザイン</a:t>
            </a:r>
            <a:r>
              <a:rPr lang="ja-JP" altLang="ja-JP" sz="1200" b="0" i="0" kern="1200" dirty="0">
                <a:solidFill>
                  <a:schemeClr val="tx1"/>
                </a:solidFill>
                <a:effectLst/>
                <a:latin typeface="Meiryo UI" panose="020B0604030504040204" pitchFamily="50" charset="-128"/>
                <a:ea typeface="Meiryo UI" panose="020B0604030504040204" pitchFamily="50" charset="-128"/>
                <a:cs typeface="+mn-cs"/>
              </a:rPr>
              <a:t>のことで</a:t>
            </a:r>
            <a:r>
              <a:rPr lang="ja-JP" altLang="en-US" sz="1200" b="0" i="0" kern="1200" dirty="0">
                <a:solidFill>
                  <a:schemeClr val="tx1"/>
                </a:solidFill>
                <a:effectLst/>
                <a:latin typeface="Meiryo UI" panose="020B0604030504040204" pitchFamily="50" charset="-128"/>
                <a:ea typeface="Meiryo UI" panose="020B0604030504040204" pitchFamily="50" charset="-128"/>
                <a:cs typeface="+mn-cs"/>
              </a:rPr>
              <a:t>、</a:t>
            </a:r>
            <a:r>
              <a:rPr lang="ja-JP" altLang="ja-JP" sz="1200" b="0" i="0" kern="1200" dirty="0">
                <a:solidFill>
                  <a:schemeClr val="tx1"/>
                </a:solidFill>
                <a:effectLst/>
                <a:latin typeface="Meiryo UI" panose="020B0604030504040204" pitchFamily="50" charset="-128"/>
                <a:ea typeface="Meiryo UI" panose="020B0604030504040204" pitchFamily="50" charset="-128"/>
                <a:cs typeface="+mn-cs"/>
              </a:rPr>
              <a:t>さまざまなオンラインサービスで広く利用されています。</a:t>
            </a:r>
            <a:br>
              <a:rPr lang="ja-JP" altLang="ja-JP" sz="1200" b="0" i="0" kern="1200" dirty="0">
                <a:solidFill>
                  <a:schemeClr val="tx1"/>
                </a:solidFill>
                <a:effectLst/>
                <a:latin typeface="Meiryo UI" panose="020B0604030504040204" pitchFamily="50" charset="-128"/>
                <a:ea typeface="Meiryo UI" panose="020B0604030504040204" pitchFamily="50" charset="-128"/>
                <a:cs typeface="+mn-cs"/>
              </a:rPr>
            </a:br>
            <a:r>
              <a:rPr lang="ja-JP" altLang="ja-JP" sz="1200" b="0" i="0" kern="1200" dirty="0">
                <a:solidFill>
                  <a:schemeClr val="tx1"/>
                </a:solidFill>
                <a:effectLst/>
                <a:latin typeface="Meiryo UI" panose="020B0604030504040204" pitchFamily="50" charset="-128"/>
                <a:ea typeface="Meiryo UI" panose="020B0604030504040204" pitchFamily="50" charset="-128"/>
                <a:cs typeface="+mn-cs"/>
              </a:rPr>
              <a:t>例えば，</a:t>
            </a:r>
            <a:r>
              <a:rPr lang="ja-JP" altLang="en-US" sz="1200" b="0" i="0" kern="1200" dirty="0">
                <a:solidFill>
                  <a:schemeClr val="tx1"/>
                </a:solidFill>
                <a:effectLst/>
                <a:latin typeface="Meiryo UI" panose="020B0604030504040204" pitchFamily="50" charset="-128"/>
                <a:ea typeface="Meiryo UI" panose="020B0604030504040204" pitchFamily="50" charset="-128"/>
                <a:cs typeface="+mn-cs"/>
              </a:rPr>
              <a:t>知らないうちに</a:t>
            </a:r>
            <a:r>
              <a:rPr lang="ja-JP" altLang="ja-JP" sz="1200" b="0" i="0" kern="1200" dirty="0">
                <a:solidFill>
                  <a:schemeClr val="tx1"/>
                </a:solidFill>
                <a:effectLst/>
                <a:latin typeface="Meiryo UI" panose="020B0604030504040204" pitchFamily="50" charset="-128"/>
                <a:ea typeface="Meiryo UI" panose="020B0604030504040204" pitchFamily="50" charset="-128"/>
                <a:cs typeface="+mn-cs"/>
              </a:rPr>
              <a:t>サブスクリプション加入</a:t>
            </a:r>
            <a:r>
              <a:rPr lang="ja-JP" altLang="en-US" sz="1200" b="0" i="0" kern="1200" dirty="0">
                <a:solidFill>
                  <a:schemeClr val="tx1"/>
                </a:solidFill>
                <a:effectLst/>
                <a:latin typeface="Meiryo UI" panose="020B0604030504040204" pitchFamily="50" charset="-128"/>
                <a:ea typeface="Meiryo UI" panose="020B0604030504040204" pitchFamily="50" charset="-128"/>
                <a:cs typeface="+mn-cs"/>
              </a:rPr>
              <a:t>していたこと</a:t>
            </a:r>
            <a:r>
              <a:rPr lang="ja-JP" altLang="ja-JP" sz="1200" b="0" i="0" kern="1200" dirty="0">
                <a:solidFill>
                  <a:schemeClr val="tx1"/>
                </a:solidFill>
                <a:effectLst/>
                <a:latin typeface="Meiryo UI" panose="020B0604030504040204" pitchFamily="50" charset="-128"/>
                <a:ea typeface="Meiryo UI" panose="020B0604030504040204" pitchFamily="50" charset="-128"/>
                <a:cs typeface="+mn-cs"/>
              </a:rPr>
              <a:t>や</a:t>
            </a:r>
            <a:r>
              <a:rPr lang="ja-JP" altLang="en-US" sz="1200" b="0" i="0" kern="1200" dirty="0">
                <a:solidFill>
                  <a:schemeClr val="tx1"/>
                </a:solidFill>
                <a:effectLst/>
                <a:latin typeface="Meiryo UI" panose="020B0604030504040204" pitchFamily="50" charset="-128"/>
                <a:ea typeface="Meiryo UI" panose="020B0604030504040204" pitchFamily="50" charset="-128"/>
                <a:cs typeface="+mn-cs"/>
              </a:rPr>
              <a:t>、</a:t>
            </a:r>
            <a:r>
              <a:rPr lang="ja-JP" altLang="ja-JP" sz="1200" b="0" i="0" kern="1200" dirty="0">
                <a:solidFill>
                  <a:schemeClr val="tx1"/>
                </a:solidFill>
                <a:effectLst/>
                <a:latin typeface="Meiryo UI" panose="020B0604030504040204" pitchFamily="50" charset="-128"/>
                <a:ea typeface="Meiryo UI" panose="020B0604030504040204" pitchFamily="50" charset="-128"/>
                <a:cs typeface="+mn-cs"/>
              </a:rPr>
              <a:t>不要な商品の購入，個人情報提供などを誘導するケースが報告されています。</a:t>
            </a:r>
            <a:br>
              <a:rPr lang="ja-JP" altLang="ja-JP" sz="1200" b="0" i="0" kern="1200" dirty="0">
                <a:solidFill>
                  <a:schemeClr val="tx1"/>
                </a:solidFill>
                <a:effectLst/>
                <a:latin typeface="Meiryo UI" panose="020B0604030504040204" pitchFamily="50" charset="-128"/>
                <a:ea typeface="Meiryo UI" panose="020B0604030504040204" pitchFamily="50" charset="-128"/>
                <a:cs typeface="+mn-cs"/>
              </a:rPr>
            </a:br>
            <a:r>
              <a:rPr lang="ja-JP" altLang="ja-JP" sz="1200" b="0" i="0" kern="1200" dirty="0">
                <a:solidFill>
                  <a:schemeClr val="tx1"/>
                </a:solidFill>
                <a:effectLst/>
                <a:latin typeface="Meiryo UI" panose="020B0604030504040204" pitchFamily="50" charset="-128"/>
                <a:ea typeface="Meiryo UI" panose="020B0604030504040204" pitchFamily="50" charset="-128"/>
                <a:cs typeface="+mn-cs"/>
              </a:rPr>
              <a:t>こうした背景の中で，消費者庁掲載資料では，ダークパターンによる国内の推定被害額は年間で約1兆円から1兆6000億円程度と試算されており，無視できない規模の問題となっています。</a:t>
            </a:r>
          </a:p>
          <a:p>
            <a:br>
              <a:rPr kumimoji="1" lang="en-US" altLang="ja-JP" dirty="0">
                <a:latin typeface="Meiryo UI" panose="020B0604030504040204" pitchFamily="50" charset="-128"/>
                <a:ea typeface="Meiryo UI" panose="020B0604030504040204" pitchFamily="50" charset="-128"/>
              </a:rPr>
            </a:br>
            <a:br>
              <a:rPr kumimoji="1" lang="en-US" altLang="ja-JP" dirty="0">
                <a:latin typeface="Meiryo UI" panose="020B0604030504040204" pitchFamily="50" charset="-128"/>
                <a:ea typeface="Meiryo UI" panose="020B0604030504040204" pitchFamily="50" charset="-128"/>
              </a:rPr>
            </a:br>
            <a:r>
              <a:rPr kumimoji="1" lang="en-US" altLang="ja-JP" dirty="0">
                <a:latin typeface="Meiryo UI" panose="020B0604030504040204" pitchFamily="50" charset="-128"/>
                <a:ea typeface="Meiryo UI" panose="020B0604030504040204" pitchFamily="50" charset="-128"/>
              </a:rPr>
              <a:t>memo</a:t>
            </a: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200" b="0" i="0" kern="1200" dirty="0">
                <a:solidFill>
                  <a:schemeClr val="tx1"/>
                </a:solidFill>
                <a:effectLst/>
                <a:latin typeface="Meiryo UI" panose="020B0604030504040204" pitchFamily="50" charset="-128"/>
                <a:ea typeface="Meiryo UI" panose="020B0604030504040204" pitchFamily="50" charset="-128"/>
                <a:cs typeface="+mn-cs"/>
              </a:rPr>
              <a:t> [1] FTC, </a:t>
            </a:r>
            <a:r>
              <a:rPr lang="ja-JP" altLang="ja-JP" sz="1200" b="0" i="1" kern="1200" dirty="0">
                <a:solidFill>
                  <a:schemeClr val="tx1"/>
                </a:solidFill>
                <a:effectLst/>
                <a:latin typeface="Meiryo UI" panose="020B0604030504040204" pitchFamily="50" charset="-128"/>
                <a:ea typeface="Meiryo UI" panose="020B0604030504040204" pitchFamily="50" charset="-128"/>
                <a:cs typeface="+mn-cs"/>
              </a:rPr>
              <a:t>Bringing Dark Patterns to Light</a:t>
            </a:r>
            <a:r>
              <a:rPr lang="ja-JP" altLang="ja-JP" sz="1200" b="0" i="0" kern="1200" dirty="0">
                <a:solidFill>
                  <a:schemeClr val="tx1"/>
                </a:solidFill>
                <a:effectLst/>
                <a:latin typeface="Meiryo UI" panose="020B0604030504040204" pitchFamily="50" charset="-128"/>
                <a:ea typeface="Meiryo UI" panose="020B0604030504040204" pitchFamily="50" charset="-128"/>
                <a:cs typeface="+mn-cs"/>
              </a:rPr>
              <a:t>, 2022.</a:t>
            </a:r>
            <a:br>
              <a:rPr lang="ja-JP" altLang="ja-JP" sz="1200" b="0" i="0" kern="1200" dirty="0">
                <a:solidFill>
                  <a:schemeClr val="tx1"/>
                </a:solidFill>
                <a:effectLst/>
                <a:latin typeface="Meiryo UI" panose="020B0604030504040204" pitchFamily="50" charset="-128"/>
                <a:ea typeface="Meiryo UI" panose="020B0604030504040204" pitchFamily="50" charset="-128"/>
                <a:cs typeface="+mn-cs"/>
              </a:rPr>
            </a:br>
            <a:r>
              <a:rPr lang="ja-JP" altLang="ja-JP" sz="1200" b="0" i="0" kern="1200" dirty="0">
                <a:solidFill>
                  <a:schemeClr val="tx1"/>
                </a:solidFill>
                <a:effectLst/>
                <a:latin typeface="Meiryo UI" panose="020B0604030504040204" pitchFamily="50" charset="-128"/>
                <a:ea typeface="Meiryo UI" panose="020B0604030504040204" pitchFamily="50" charset="-128"/>
                <a:cs typeface="+mn-cs"/>
              </a:rPr>
              <a:t>https://www.ftc.gov/reports/bringing-dark-patterns-light</a:t>
            </a:r>
          </a:p>
          <a:p>
            <a:br>
              <a:rPr kumimoji="1" lang="en-US" altLang="ja-JP" dirty="0">
                <a:latin typeface="Meiryo UI" panose="020B0604030504040204" pitchFamily="50" charset="-128"/>
                <a:ea typeface="Meiryo UI" panose="020B0604030504040204" pitchFamily="50" charset="-128"/>
              </a:rPr>
            </a:br>
            <a:r>
              <a:rPr kumimoji="1" lang="en-US" altLang="ja-JP" dirty="0">
                <a:latin typeface="Meiryo UI" panose="020B0604030504040204" pitchFamily="50" charset="-128"/>
                <a:ea typeface="Meiryo UI" panose="020B0604030504040204" pitchFamily="50" charset="-128"/>
              </a:rPr>
              <a:t>[2] </a:t>
            </a:r>
            <a:r>
              <a:rPr lang="ja-JP" altLang="ja-JP" dirty="0"/>
              <a:t>デジタル時代におけるより良い消費生活を支える信頼の構築に係る官民共創ラウンドテーブル 第1回</a:t>
            </a:r>
            <a:br>
              <a:rPr kumimoji="1" lang="en-US" altLang="ja-JP" dirty="0">
                <a:latin typeface="Meiryo UI" panose="020B0604030504040204" pitchFamily="50" charset="-128"/>
                <a:ea typeface="Meiryo UI" panose="020B0604030504040204" pitchFamily="50" charset="-128"/>
              </a:rPr>
            </a:br>
            <a:r>
              <a:rPr kumimoji="1" lang="en-US" altLang="ja-JP" dirty="0">
                <a:latin typeface="Meiryo UI" panose="020B0604030504040204" pitchFamily="50" charset="-128"/>
                <a:ea typeface="Meiryo UI" panose="020B0604030504040204" pitchFamily="50" charset="-128"/>
              </a:rPr>
              <a:t>https://www.caa.go.jp/policies/future/ppi/assets/caa_futurer101_250129_1.pdf</a:t>
            </a:r>
            <a:endParaRPr kumimoji="1" lang="ja-JP" altLang="en-US" dirty="0">
              <a:latin typeface="Meiryo UI" panose="020B0604030504040204" pitchFamily="50" charset="-128"/>
              <a:ea typeface="Meiryo UI" panose="020B0604030504040204" pitchFamily="50" charset="-128"/>
            </a:endParaRPr>
          </a:p>
        </p:txBody>
      </p:sp>
      <p:sp>
        <p:nvSpPr>
          <p:cNvPr id="4" name="スライド番号プレースホルダー 3"/>
          <p:cNvSpPr>
            <a:spLocks noGrp="1"/>
          </p:cNvSpPr>
          <p:nvPr>
            <p:ph type="sldNum" sz="quarter" idx="10"/>
          </p:nvPr>
        </p:nvSpPr>
        <p:spPr/>
        <p:txBody>
          <a:bodyPr/>
          <a:lstStyle/>
          <a:p>
            <a:pPr rtl="0"/>
            <a:fld id="{893B0CF2-7F87-4E02-A248-870047730F99}" type="slidenum">
              <a:rPr lang="en-US" altLang="ja-JP" smtClean="0">
                <a:latin typeface="Meiryo UI" panose="020B0604030504040204" pitchFamily="50" charset="-128"/>
                <a:ea typeface="Meiryo UI" panose="020B0604030504040204" pitchFamily="50" charset="-128"/>
              </a:rPr>
              <a:t>3</a:t>
            </a:fld>
            <a:endParaRPr lang="ja-JP"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8982443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EBEDD-CFF0-D923-E18E-FDA17298826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C3EB5E7-085F-6976-1CBC-4AA7A444965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E72A947-40DC-0A4B-7E97-F918E2D4E87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ダークパターンの対策として、広告ブロックの</a:t>
            </a:r>
            <a:r>
              <a:rPr lang="en-US" altLang="ja-JP" dirty="0"/>
              <a:t>AdBlock</a:t>
            </a:r>
            <a:r>
              <a:rPr lang="ja-JP" altLang="en-US" dirty="0"/>
              <a:t>などがあります。しかし</a:t>
            </a:r>
            <a:r>
              <a:rPr lang="ja-JP" altLang="ja-JP" dirty="0"/>
              <a:t>Mathur</a:t>
            </a:r>
            <a:r>
              <a:rPr lang="ja-JP" altLang="en-US" dirty="0"/>
              <a:t>（</a:t>
            </a:r>
            <a:r>
              <a:rPr lang="ja-JP" altLang="ja-JP" dirty="0"/>
              <a:t>マトゥール</a:t>
            </a:r>
            <a:r>
              <a:rPr lang="ja-JP" altLang="en-US" dirty="0"/>
              <a:t>）</a:t>
            </a:r>
            <a:r>
              <a:rPr lang="ja-JP" altLang="ja-JP" dirty="0"/>
              <a:t>らは、自動検知手法を用いて約11,000のショッピング</a:t>
            </a:r>
            <a:r>
              <a:rPr lang="ja-JP" altLang="en-US" dirty="0"/>
              <a:t>の</a:t>
            </a:r>
            <a:r>
              <a:rPr lang="ja-JP" altLang="ja-JP" dirty="0"/>
              <a:t>サイトを分析</a:t>
            </a:r>
            <a:r>
              <a:rPr lang="ja-JP" altLang="en-US" dirty="0"/>
              <a:t>し、</a:t>
            </a:r>
            <a:r>
              <a:rPr lang="en-US" altLang="ja-JP" dirty="0"/>
              <a:t>1800</a:t>
            </a:r>
            <a:r>
              <a:rPr lang="ja-JP" altLang="en-US" dirty="0"/>
              <a:t>件というダークパターンが検出しました。</a:t>
            </a:r>
            <a:r>
              <a:rPr lang="ja-JP" altLang="ja-JP" sz="1200" b="0" i="0" kern="1200" dirty="0">
                <a:solidFill>
                  <a:schemeClr val="tx1"/>
                </a:solidFill>
                <a:effectLst/>
                <a:latin typeface="Meiryo UI" panose="020B0604030504040204" pitchFamily="50" charset="-128"/>
                <a:ea typeface="Meiryo UI" panose="020B0604030504040204" pitchFamily="50" charset="-128"/>
                <a:cs typeface="+mn-cs"/>
              </a:rPr>
              <a:t>こうしたダークパターンは文脈やデザインに依存するため，自動的に完全に検知・防御することは難しい</a:t>
            </a:r>
            <a:r>
              <a:rPr lang="ja-JP" altLang="en-US" sz="1200" b="0" i="0" kern="1200" dirty="0">
                <a:solidFill>
                  <a:schemeClr val="tx1"/>
                </a:solidFill>
                <a:effectLst/>
                <a:latin typeface="Meiryo UI" panose="020B0604030504040204" pitchFamily="50" charset="-128"/>
                <a:ea typeface="Meiryo UI" panose="020B0604030504040204" pitchFamily="50" charset="-128"/>
                <a:cs typeface="+mn-cs"/>
              </a:rPr>
              <a:t>く、技術のいたちごっこは今後さらに加速すると考えられます。</a:t>
            </a:r>
            <a:br>
              <a:rPr lang="en-US" altLang="ja-JP" dirty="0"/>
            </a:br>
            <a:r>
              <a:rPr lang="ja-JP" altLang="en-US" dirty="0"/>
              <a:t>また。</a:t>
            </a:r>
            <a:r>
              <a:rPr lang="ja-JP" altLang="ja-JP" dirty="0"/>
              <a:t>Leonら（2012）は，Opt-in型の保護手法</a:t>
            </a:r>
            <a:r>
              <a:rPr lang="ja-JP" altLang="en-US" dirty="0"/>
              <a:t>（ユーザ自身が導入し設定すること）</a:t>
            </a:r>
            <a:r>
              <a:rPr lang="ja-JP" altLang="ja-JP" dirty="0"/>
              <a:t>には困難さがあることを指摘し</a:t>
            </a:r>
            <a:r>
              <a:rPr lang="ja-JP" altLang="en-US" dirty="0"/>
              <a:t>ています。</a:t>
            </a:r>
            <a:r>
              <a:rPr lang="ja-JP" altLang="ja-JP" sz="1200" b="0" i="0" kern="1200" dirty="0">
                <a:solidFill>
                  <a:schemeClr val="tx1"/>
                </a:solidFill>
                <a:effectLst/>
                <a:latin typeface="Meiryo UI" panose="020B0604030504040204" pitchFamily="50" charset="-128"/>
                <a:ea typeface="Meiryo UI" panose="020B0604030504040204" pitchFamily="50" charset="-128"/>
                <a:cs typeface="+mn-cs"/>
              </a:rPr>
              <a:t>ダークパターン対策の拡張機能</a:t>
            </a:r>
            <a:r>
              <a:rPr lang="ja-JP" altLang="en-US" sz="1200" b="0" i="0" kern="1200" dirty="0">
                <a:solidFill>
                  <a:schemeClr val="tx1"/>
                </a:solidFill>
                <a:effectLst/>
                <a:latin typeface="Meiryo UI" panose="020B0604030504040204" pitchFamily="50" charset="-128"/>
                <a:ea typeface="Meiryo UI" panose="020B0604030504040204" pitchFamily="50" charset="-128"/>
                <a:cs typeface="+mn-cs"/>
              </a:rPr>
              <a:t>の研究は多くされていますが、</a:t>
            </a:r>
            <a:r>
              <a:rPr lang="ja-JP" altLang="ja-JP" sz="1200" b="0" i="0" kern="1200" dirty="0">
                <a:solidFill>
                  <a:schemeClr val="tx1"/>
                </a:solidFill>
                <a:effectLst/>
                <a:latin typeface="Meiryo UI" panose="020B0604030504040204" pitchFamily="50" charset="-128"/>
                <a:ea typeface="Meiryo UI" panose="020B0604030504040204" pitchFamily="50" charset="-128"/>
                <a:cs typeface="+mn-cs"/>
              </a:rPr>
              <a:t>ユーザが入れなければそもそも機能</a:t>
            </a:r>
            <a:r>
              <a:rPr lang="ja-JP" altLang="en-US" sz="1200" b="0" i="0" kern="1200" dirty="0">
                <a:solidFill>
                  <a:schemeClr val="tx1"/>
                </a:solidFill>
                <a:effectLst/>
                <a:latin typeface="Meiryo UI" panose="020B0604030504040204" pitchFamily="50" charset="-128"/>
                <a:ea typeface="Meiryo UI" panose="020B0604030504040204" pitchFamily="50" charset="-128"/>
                <a:cs typeface="+mn-cs"/>
              </a:rPr>
              <a:t>しません。</a:t>
            </a:r>
            <a:endParaRPr lang="en-US" altLang="ja-JP" sz="1200" b="0" i="0" kern="1200" dirty="0">
              <a:solidFill>
                <a:schemeClr val="tx1"/>
              </a:solidFill>
              <a:effectLst/>
              <a:latin typeface="Meiryo UI" panose="020B0604030504040204" pitchFamily="50" charset="-128"/>
              <a:ea typeface="Meiryo UI" panose="020B060403050404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つまり利用者自身がダークパターンを認識し回避する能力を育成することが重要です。</a:t>
            </a:r>
            <a:br>
              <a:rPr lang="en-US" altLang="ja-JP" dirty="0"/>
            </a:br>
            <a:r>
              <a:rPr lang="en-US" altLang="ja-JP" dirty="0"/>
              <a:t>memo.txt</a:t>
            </a:r>
            <a:br>
              <a:rPr lang="en-US" altLang="ja-JP" dirty="0"/>
            </a:br>
            <a:r>
              <a:rPr lang="en-US" altLang="ja-JP" dirty="0"/>
              <a:t>[3] A. Mathur, G. Acar, M. J. Friedman, E. Lucherini, J. Mayer, M. Chetty, and A. Narayanan,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a:t>“Dark Patterns at Scale: Findings from a Crawl of 11K Shopping Websites.”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a:t>Proceedings of the ACM on Human-Computer Interaction (PACM HCI), Vol. 3, CSCW, Article 81, pp. 1–32, 2019.</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a:t>URL: :https://dl.acm.org/</a:t>
            </a:r>
            <a:r>
              <a:rPr lang="en-US" altLang="ja-JP" dirty="0" err="1"/>
              <a:t>doi</a:t>
            </a:r>
            <a:r>
              <a:rPr lang="en-US" altLang="ja-JP" dirty="0"/>
              <a:t>/</a:t>
            </a:r>
            <a:r>
              <a:rPr lang="en-US" altLang="ja-JP" dirty="0" err="1"/>
              <a:t>epdf</a:t>
            </a:r>
            <a:r>
              <a:rPr lang="en-US" altLang="ja-JP" dirty="0"/>
              <a:t>/10.1145/3359183</a:t>
            </a:r>
            <a:endParaRPr kumimoji="1" lang="en-US" altLang="ja-JP" dirty="0">
              <a:latin typeface="Meiryo UI" panose="020B0604030504040204" pitchFamily="50" charset="-128"/>
              <a:ea typeface="Meiryo UI" panose="020B0604030504040204" pitchFamily="50" charset="-128"/>
            </a:endParaRPr>
          </a:p>
        </p:txBody>
      </p:sp>
      <p:sp>
        <p:nvSpPr>
          <p:cNvPr id="4" name="スライド番号プレースホルダー 3">
            <a:extLst>
              <a:ext uri="{FF2B5EF4-FFF2-40B4-BE49-F238E27FC236}">
                <a16:creationId xmlns:a16="http://schemas.microsoft.com/office/drawing/2014/main" id="{E4E08EE3-A90F-3FDF-6ECE-61EAF696D1B5}"/>
              </a:ext>
            </a:extLst>
          </p:cNvPr>
          <p:cNvSpPr>
            <a:spLocks noGrp="1"/>
          </p:cNvSpPr>
          <p:nvPr>
            <p:ph type="sldNum" sz="quarter" idx="10"/>
          </p:nvPr>
        </p:nvSpPr>
        <p:spPr/>
        <p:txBody>
          <a:bodyPr/>
          <a:lstStyle/>
          <a:p>
            <a:pPr rtl="0"/>
            <a:fld id="{893B0CF2-7F87-4E02-A248-870047730F99}" type="slidenum">
              <a:rPr lang="en-US" altLang="ja-JP" smtClean="0">
                <a:latin typeface="Meiryo UI" panose="020B0604030504040204" pitchFamily="50" charset="-128"/>
                <a:ea typeface="Meiryo UI" panose="020B0604030504040204" pitchFamily="50" charset="-128"/>
              </a:rPr>
              <a:t>4</a:t>
            </a:fld>
            <a:endParaRPr lang="ja-JP"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1735514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A8CBB-882B-7BE2-075D-221A217B3F7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1C4D9BA-0450-EA45-D60B-E4CE562ABCB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BC5E22E-8B07-2523-1826-AC9E4CB8B31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200" b="0" i="0" kern="1200" dirty="0">
                <a:solidFill>
                  <a:schemeClr val="tx1"/>
                </a:solidFill>
                <a:effectLst/>
                <a:latin typeface="Meiryo UI" panose="020B0604030504040204" pitchFamily="50" charset="-128"/>
                <a:ea typeface="Meiryo UI" panose="020B0604030504040204" pitchFamily="50" charset="-128"/>
                <a:cs typeface="+mn-cs"/>
              </a:rPr>
              <a:t>Oliveira（2026）は，子どもを前提とした対策が，より広いデジタル脆弱性への対応につながることを指摘しています。</a:t>
            </a:r>
            <a:br>
              <a:rPr lang="ja-JP" altLang="ja-JP" sz="1200" b="0" i="0" kern="1200" dirty="0">
                <a:solidFill>
                  <a:schemeClr val="tx1"/>
                </a:solidFill>
                <a:effectLst/>
                <a:latin typeface="Meiryo UI" panose="020B0604030504040204" pitchFamily="50" charset="-128"/>
                <a:ea typeface="Meiryo UI" panose="020B0604030504040204" pitchFamily="50" charset="-128"/>
                <a:cs typeface="+mn-cs"/>
              </a:rPr>
            </a:br>
            <a:r>
              <a:rPr lang="ja-JP" altLang="ja-JP" sz="1200" b="0" i="0" kern="1200" dirty="0">
                <a:solidFill>
                  <a:schemeClr val="tx1"/>
                </a:solidFill>
                <a:effectLst/>
                <a:latin typeface="Meiryo UI" panose="020B0604030504040204" pitchFamily="50" charset="-128"/>
                <a:ea typeface="Meiryo UI" panose="020B0604030504040204" pitchFamily="50" charset="-128"/>
                <a:cs typeface="+mn-cs"/>
              </a:rPr>
              <a:t>そのため，本研究では児童を対象としてダークパターンへの対処能力を育成することで，結果として利用者全体の対処能力の向上につながると考えています。</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latin typeface="Meiryo UI" panose="020B0604030504040204" pitchFamily="50" charset="-128"/>
                <a:ea typeface="Meiryo UI" panose="020B0604030504040204" pitchFamily="50" charset="-128"/>
              </a:rPr>
              <a:t>[5] </a:t>
            </a:r>
            <a:r>
              <a:rPr lang="ja-JP" altLang="ja-JP" sz="1200" b="0" i="0" kern="1200" dirty="0">
                <a:solidFill>
                  <a:schemeClr val="tx1"/>
                </a:solidFill>
                <a:effectLst/>
                <a:latin typeface="Meiryo UI" panose="020B0604030504040204" pitchFamily="50" charset="-128"/>
                <a:ea typeface="Meiryo UI" panose="020B0604030504040204" pitchFamily="50" charset="-128"/>
                <a:cs typeface="+mn-cs"/>
              </a:rPr>
              <a:t>https://opo.iisj.net/index.php/osls/article/view/2351</a:t>
            </a:r>
            <a:endParaRPr kumimoji="1" lang="en-US" altLang="ja-JP" dirty="0">
              <a:latin typeface="Meiryo UI" panose="020B0604030504040204" pitchFamily="50" charset="-128"/>
              <a:ea typeface="Meiryo UI" panose="020B0604030504040204" pitchFamily="50" charset="-128"/>
            </a:endParaRPr>
          </a:p>
        </p:txBody>
      </p:sp>
      <p:sp>
        <p:nvSpPr>
          <p:cNvPr id="4" name="スライド番号プレースホルダー 3">
            <a:extLst>
              <a:ext uri="{FF2B5EF4-FFF2-40B4-BE49-F238E27FC236}">
                <a16:creationId xmlns:a16="http://schemas.microsoft.com/office/drawing/2014/main" id="{88B5FB94-E2FC-DB21-0EE3-16A5074065C8}"/>
              </a:ext>
            </a:extLst>
          </p:cNvPr>
          <p:cNvSpPr>
            <a:spLocks noGrp="1"/>
          </p:cNvSpPr>
          <p:nvPr>
            <p:ph type="sldNum" sz="quarter" idx="10"/>
          </p:nvPr>
        </p:nvSpPr>
        <p:spPr/>
        <p:txBody>
          <a:bodyPr/>
          <a:lstStyle/>
          <a:p>
            <a:pPr rtl="0"/>
            <a:fld id="{893B0CF2-7F87-4E02-A248-870047730F99}" type="slidenum">
              <a:rPr lang="en-US" altLang="ja-JP" smtClean="0">
                <a:latin typeface="Meiryo UI" panose="020B0604030504040204" pitchFamily="50" charset="-128"/>
                <a:ea typeface="Meiryo UI" panose="020B0604030504040204" pitchFamily="50" charset="-128"/>
              </a:rPr>
              <a:t>5</a:t>
            </a:fld>
            <a:endParaRPr lang="ja-JP"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42555677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44D2E-96FF-3D7A-54AA-0E315CC46DF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0E0EE3F-0A72-A717-3CC7-DEE3347E80A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137E04C-B01A-2656-5797-21AE7E87221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子供へのダークパターン教育の先行研究として、</a:t>
            </a:r>
            <a:r>
              <a:rPr lang="ja-JP" altLang="ja-JP" dirty="0"/>
              <a:t>2025年のKhanらの研究では、まず147名の児童を対象に、ダークパターンのシナリオ提示と短い講義を行い、その前後での行動変化を評価しました。そして、その結果を踏まえて学校の授業で</a:t>
            </a:r>
            <a:r>
              <a:rPr lang="ja-JP" altLang="en-US" dirty="0"/>
              <a:t>使用する</a:t>
            </a:r>
            <a:r>
              <a:rPr lang="ja-JP" altLang="ja-JP" dirty="0"/>
              <a:t>Webアプリ『Mind the Dark』を開発し、さらに36名の児童を対象に評価を行っています。研究の結果として、講義の直後には、同一のシナリオにおいて課金行動が減少し、回避行動が増加するなど、児童の理解向上が確認されました。開発されたWebアプリについ</a:t>
            </a:r>
            <a:r>
              <a:rPr lang="ja-JP" altLang="en-US" dirty="0"/>
              <a:t>は、</a:t>
            </a:r>
            <a:r>
              <a:rPr lang="ja-JP" altLang="ja-JP" dirty="0"/>
              <a:t>観察やインタビューを通じて、児童の</a:t>
            </a:r>
            <a:r>
              <a:rPr lang="ja-JP" altLang="en-US" dirty="0"/>
              <a:t>ダークパターン</a:t>
            </a:r>
            <a:r>
              <a:rPr lang="ja-JP" altLang="ja-JP" dirty="0"/>
              <a:t>理解促進や興味、参加意欲の向上が見られたと報告されています。</a:t>
            </a:r>
            <a:r>
              <a:rPr lang="ja-JP" altLang="en-US" dirty="0"/>
              <a:t>しかし、</a:t>
            </a:r>
            <a:r>
              <a:rPr lang="ja-JP" altLang="ja-JP" dirty="0"/>
              <a:t>評価が講義直後の限定的なシナリオテストや、観察・インタビューといった主観的な手法に留まって</a:t>
            </a:r>
            <a:r>
              <a:rPr lang="ja-JP" altLang="en-US" dirty="0"/>
              <a:t>おり、また実際のＷｅｂ環境での検証がなく、行動としての活用、つまり内面化は未検証だということです。</a:t>
            </a:r>
            <a:endParaRPr kumimoji="1" lang="en-US" altLang="ja-JP" dirty="0">
              <a:latin typeface="Meiryo UI" panose="020B0604030504040204" pitchFamily="50" charset="-128"/>
              <a:ea typeface="Meiryo UI" panose="020B0604030504040204" pitchFamily="50" charset="-128"/>
            </a:endParaRPr>
          </a:p>
        </p:txBody>
      </p:sp>
      <p:sp>
        <p:nvSpPr>
          <p:cNvPr id="4" name="スライド番号プレースホルダー 3">
            <a:extLst>
              <a:ext uri="{FF2B5EF4-FFF2-40B4-BE49-F238E27FC236}">
                <a16:creationId xmlns:a16="http://schemas.microsoft.com/office/drawing/2014/main" id="{4A108347-E342-AD96-50E8-2D8BB8621E20}"/>
              </a:ext>
            </a:extLst>
          </p:cNvPr>
          <p:cNvSpPr>
            <a:spLocks noGrp="1"/>
          </p:cNvSpPr>
          <p:nvPr>
            <p:ph type="sldNum" sz="quarter" idx="10"/>
          </p:nvPr>
        </p:nvSpPr>
        <p:spPr/>
        <p:txBody>
          <a:bodyPr/>
          <a:lstStyle/>
          <a:p>
            <a:pPr rtl="0"/>
            <a:fld id="{893B0CF2-7F87-4E02-A248-870047730F99}" type="slidenum">
              <a:rPr lang="en-US" altLang="ja-JP" smtClean="0">
                <a:latin typeface="Meiryo UI" panose="020B0604030504040204" pitchFamily="50" charset="-128"/>
                <a:ea typeface="Meiryo UI" panose="020B0604030504040204" pitchFamily="50" charset="-128"/>
              </a:rPr>
              <a:t>6</a:t>
            </a:fld>
            <a:endParaRPr lang="ja-JP"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3212136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latin typeface="Meiryo UI" panose="020B0604030504040204" pitchFamily="50" charset="-128"/>
              <a:ea typeface="Meiryo UI" panose="020B0604030504040204" pitchFamily="50" charset="-128"/>
            </a:endParaRPr>
          </a:p>
        </p:txBody>
      </p:sp>
      <p:sp>
        <p:nvSpPr>
          <p:cNvPr id="4" name="スライド番号プレースホルダー 3"/>
          <p:cNvSpPr>
            <a:spLocks noGrp="1"/>
          </p:cNvSpPr>
          <p:nvPr>
            <p:ph type="sldNum" sz="quarter" idx="10"/>
          </p:nvPr>
        </p:nvSpPr>
        <p:spPr/>
        <p:txBody>
          <a:bodyPr/>
          <a:lstStyle/>
          <a:p>
            <a:pPr rtl="0"/>
            <a:fld id="{893B0CF2-7F87-4E02-A248-870047730F99}" type="slidenum">
              <a:rPr lang="en-US" altLang="ja-JP" smtClean="0">
                <a:latin typeface="Meiryo UI" panose="020B0604030504040204" pitchFamily="50" charset="-128"/>
                <a:ea typeface="Meiryo UI" panose="020B0604030504040204" pitchFamily="50" charset="-128"/>
              </a:rPr>
              <a:t>7</a:t>
            </a:fld>
            <a:endParaRPr lang="ja-JP"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9635823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latin typeface="Meiryo UI" panose="020B0604030504040204" pitchFamily="50" charset="-128"/>
              <a:ea typeface="Meiryo UI" panose="020B0604030504040204" pitchFamily="50" charset="-128"/>
            </a:endParaRPr>
          </a:p>
        </p:txBody>
      </p:sp>
      <p:sp>
        <p:nvSpPr>
          <p:cNvPr id="4" name="スライド番号プレースホルダー 3"/>
          <p:cNvSpPr>
            <a:spLocks noGrp="1"/>
          </p:cNvSpPr>
          <p:nvPr>
            <p:ph type="sldNum" sz="quarter" idx="10"/>
          </p:nvPr>
        </p:nvSpPr>
        <p:spPr/>
        <p:txBody>
          <a:bodyPr/>
          <a:lstStyle/>
          <a:p>
            <a:pPr rtl="0"/>
            <a:fld id="{893B0CF2-7F87-4E02-A248-870047730F99}" type="slidenum">
              <a:rPr lang="en-US" altLang="ja-JP" smtClean="0">
                <a:latin typeface="Meiryo UI" panose="020B0604030504040204" pitchFamily="50" charset="-128"/>
                <a:ea typeface="Meiryo UI" panose="020B0604030504040204" pitchFamily="50" charset="-128"/>
              </a:rPr>
              <a:t>8</a:t>
            </a:fld>
            <a:endParaRPr lang="ja-JP"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0284533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latin typeface="Meiryo UI" panose="020B0604030504040204" pitchFamily="50" charset="-128"/>
              <a:ea typeface="Meiryo UI" panose="020B0604030504040204" pitchFamily="50" charset="-128"/>
            </a:endParaRPr>
          </a:p>
        </p:txBody>
      </p:sp>
      <p:sp>
        <p:nvSpPr>
          <p:cNvPr id="4" name="スライド番号プレースホルダー 3"/>
          <p:cNvSpPr>
            <a:spLocks noGrp="1"/>
          </p:cNvSpPr>
          <p:nvPr>
            <p:ph type="sldNum" sz="quarter" idx="10"/>
          </p:nvPr>
        </p:nvSpPr>
        <p:spPr/>
        <p:txBody>
          <a:bodyPr/>
          <a:lstStyle/>
          <a:p>
            <a:pPr rtl="0"/>
            <a:fld id="{893B0CF2-7F87-4E02-A248-870047730F99}" type="slidenum">
              <a:rPr lang="en-US" altLang="ja-JP" smtClean="0">
                <a:latin typeface="Meiryo UI" panose="020B0604030504040204" pitchFamily="50" charset="-128"/>
                <a:ea typeface="Meiryo UI" panose="020B0604030504040204" pitchFamily="50" charset="-128"/>
              </a:rPr>
              <a:t>9</a:t>
            </a:fld>
            <a:endParaRPr lang="ja-JP"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0267606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latin typeface="Meiryo UI" panose="020B0604030504040204" pitchFamily="50" charset="-128"/>
              <a:ea typeface="Meiryo UI" panose="020B0604030504040204" pitchFamily="50" charset="-128"/>
            </a:endParaRPr>
          </a:p>
        </p:txBody>
      </p:sp>
      <p:sp>
        <p:nvSpPr>
          <p:cNvPr id="4" name="スライド番号プレースホルダー 3"/>
          <p:cNvSpPr>
            <a:spLocks noGrp="1"/>
          </p:cNvSpPr>
          <p:nvPr>
            <p:ph type="sldNum" sz="quarter" idx="10"/>
          </p:nvPr>
        </p:nvSpPr>
        <p:spPr/>
        <p:txBody>
          <a:bodyPr/>
          <a:lstStyle/>
          <a:p>
            <a:pPr rtl="0"/>
            <a:fld id="{893B0CF2-7F87-4E02-A248-870047730F99}" type="slidenum">
              <a:rPr lang="en-US" altLang="ja-JP" smtClean="0">
                <a:latin typeface="Meiryo UI" panose="020B0604030504040204" pitchFamily="50" charset="-128"/>
                <a:ea typeface="Meiryo UI" panose="020B0604030504040204" pitchFamily="50" charset="-128"/>
              </a:rPr>
              <a:t>10</a:t>
            </a:fld>
            <a:endParaRPr lang="ja-JP"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561003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latin typeface="Meiryo UI" panose="020B0604030504040204" pitchFamily="50" charset="-128"/>
              <a:ea typeface="Meiryo UI" panose="020B0604030504040204" pitchFamily="50" charset="-128"/>
            </a:endParaRPr>
          </a:p>
        </p:txBody>
      </p:sp>
      <p:sp>
        <p:nvSpPr>
          <p:cNvPr id="4" name="スライド番号プレースホルダー 3"/>
          <p:cNvSpPr>
            <a:spLocks noGrp="1"/>
          </p:cNvSpPr>
          <p:nvPr>
            <p:ph type="sldNum" sz="quarter" idx="10"/>
          </p:nvPr>
        </p:nvSpPr>
        <p:spPr/>
        <p:txBody>
          <a:bodyPr/>
          <a:lstStyle/>
          <a:p>
            <a:pPr rtl="0"/>
            <a:fld id="{893B0CF2-7F87-4E02-A248-870047730F99}" type="slidenum">
              <a:rPr lang="en-US" altLang="ja-JP" smtClean="0">
                <a:latin typeface="Meiryo UI" panose="020B0604030504040204" pitchFamily="50" charset="-128"/>
                <a:ea typeface="Meiryo UI" panose="020B0604030504040204" pitchFamily="50" charset="-128"/>
              </a:rPr>
              <a:t>11</a:t>
            </a:fld>
            <a:endParaRPr lang="ja-JP"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1449072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bg>
      <p:bgRef idx="1001">
        <a:schemeClr val="bg1"/>
      </p:bgRef>
    </p:bg>
    <p:spTree>
      <p:nvGrpSpPr>
        <p:cNvPr id="1" name=""/>
        <p:cNvGrpSpPr/>
        <p:nvPr/>
      </p:nvGrpSpPr>
      <p:grpSpPr>
        <a:xfrm>
          <a:off x="0" y="0"/>
          <a:ext cx="0" cy="0"/>
          <a:chOff x="0" y="0"/>
          <a:chExt cx="0" cy="0"/>
        </a:xfrm>
      </p:grpSpPr>
      <p:grpSp>
        <p:nvGrpSpPr>
          <p:cNvPr id="10" name="グループ 9"/>
          <p:cNvGrpSpPr/>
          <p:nvPr/>
        </p:nvGrpSpPr>
        <p:grpSpPr>
          <a:xfrm>
            <a:off x="0" y="6208894"/>
            <a:ext cx="12192000" cy="649106"/>
            <a:chOff x="0" y="6208894"/>
            <a:chExt cx="12192000" cy="649106"/>
          </a:xfrm>
        </p:grpSpPr>
        <p:sp>
          <p:nvSpPr>
            <p:cNvPr id="2" name="長方形 1"/>
            <p:cNvSpPr/>
            <p:nvPr/>
          </p:nvSpPr>
          <p:spPr>
            <a:xfrm>
              <a:off x="3048" y="6220178"/>
              <a:ext cx="12188952" cy="637822"/>
            </a:xfrm>
            <a:prstGeom prst="rect">
              <a:avLst/>
            </a:prstGeom>
            <a:ln>
              <a:noFill/>
            </a:ln>
          </p:spPr>
          <p:style>
            <a:lnRef idx="1">
              <a:schemeClr val="accent3"/>
            </a:lnRef>
            <a:fillRef idx="2">
              <a:schemeClr val="accent3"/>
            </a:fillRef>
            <a:effectRef idx="1">
              <a:schemeClr val="accent3"/>
            </a:effectRef>
            <a:fontRef idx="minor">
              <a:schemeClr val="dk1"/>
            </a:fontRef>
          </p:style>
          <p:txBody>
            <a:bodyPr rtlCol="0" anchor="ctr"/>
            <a:lstStyle/>
            <a:p>
              <a:pPr algn="ctr" rtl="0"/>
              <a:endParaRPr lang="ja-JP" altLang="en-US" noProof="0" dirty="0"/>
            </a:p>
          </p:txBody>
        </p:sp>
        <p:cxnSp>
          <p:nvCxnSpPr>
            <p:cNvPr id="7" name="直線​​コネクタ 6"/>
            <p:cNvCxnSpPr/>
            <p:nvPr/>
          </p:nvCxnSpPr>
          <p:spPr>
            <a:xfrm>
              <a:off x="0" y="6208894"/>
              <a:ext cx="12192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cxnSp>
        <p:nvCxnSpPr>
          <p:cNvPr id="5" name="直線​​コネクタ 4"/>
          <p:cNvCxnSpPr/>
          <p:nvPr userDrawn="1"/>
        </p:nvCxnSpPr>
        <p:spPr>
          <a:xfrm flipV="1">
            <a:off x="3048" y="5937956"/>
            <a:ext cx="8241" cy="564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線​​コネクタ 10"/>
          <p:cNvCxnSpPr/>
          <p:nvPr userDrawn="1"/>
        </p:nvCxnSpPr>
        <p:spPr>
          <a:xfrm flipV="1">
            <a:off x="3048" y="5937956"/>
            <a:ext cx="8241" cy="5644"/>
          </a:xfrm>
          <a:prstGeom prst="line">
            <a:avLst/>
          </a:prstGeom>
        </p:spPr>
        <p:style>
          <a:lnRef idx="1">
            <a:schemeClr val="accent1"/>
          </a:lnRef>
          <a:fillRef idx="0">
            <a:schemeClr val="accent1"/>
          </a:fillRef>
          <a:effectRef idx="0">
            <a:schemeClr val="accent1"/>
          </a:effectRef>
          <a:fontRef idx="minor">
            <a:schemeClr val="tx1"/>
          </a:fontRef>
        </p:style>
      </p:cxnSp>
      <p:sp>
        <p:nvSpPr>
          <p:cNvPr id="9" name="タイトル 8"/>
          <p:cNvSpPr>
            <a:spLocks noGrp="1"/>
          </p:cNvSpPr>
          <p:nvPr>
            <p:ph type="ctrTitle"/>
          </p:nvPr>
        </p:nvSpPr>
        <p:spPr>
          <a:xfrm>
            <a:off x="711200" y="1371600"/>
            <a:ext cx="10468864" cy="1828800"/>
          </a:xfrm>
          <a:ln>
            <a:noFill/>
          </a:ln>
        </p:spPr>
        <p:txBody>
          <a:bodyPr vert="horz" tIns="0" rIns="18288" bIns="0" rtlCol="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tx2"/>
                </a:solidFill>
                <a:effectLst/>
                <a:latin typeface="Meiryo UI" panose="020B0604030504040204" pitchFamily="50" charset="-128"/>
                <a:ea typeface="Meiryo UI" panose="020B0604030504040204" pitchFamily="50" charset="-128"/>
                <a:cs typeface="+mj-cs"/>
              </a:defRPr>
            </a:lvl1pPr>
          </a:lstStyle>
          <a:p>
            <a:pPr rtl="0"/>
            <a:r>
              <a:rPr lang="ja-JP" altLang="en-US" noProof="0"/>
              <a:t>マスター タイトルの書式設定</a:t>
            </a:r>
            <a:endParaRPr kumimoji="0" lang="ja-JP" altLang="en-US" noProof="0" dirty="0"/>
          </a:p>
        </p:txBody>
      </p:sp>
      <p:sp>
        <p:nvSpPr>
          <p:cNvPr id="17" name="サブタイトル 16"/>
          <p:cNvSpPr>
            <a:spLocks noGrp="1"/>
          </p:cNvSpPr>
          <p:nvPr>
            <p:ph type="subTitle" idx="1"/>
          </p:nvPr>
        </p:nvSpPr>
        <p:spPr>
          <a:xfrm>
            <a:off x="711200" y="3228536"/>
            <a:ext cx="10472928" cy="1752600"/>
          </a:xfrm>
        </p:spPr>
        <p:txBody>
          <a:bodyPr lIns="0" rIns="18288" rtlCol="0"/>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rtl="0"/>
            <a:r>
              <a:rPr lang="ja-JP" altLang="en-US" noProof="0"/>
              <a:t>マスター サブタイトルの書式設定</a:t>
            </a:r>
            <a:endParaRPr kumimoji="0" lang="ja-JP" altLang="en-US" noProof="0" dirty="0"/>
          </a:p>
        </p:txBody>
      </p:sp>
      <p:sp>
        <p:nvSpPr>
          <p:cNvPr id="30" name="日付プレースホルダー 29"/>
          <p:cNvSpPr>
            <a:spLocks noGrp="1"/>
          </p:cNvSpPr>
          <p:nvPr>
            <p:ph type="dt" sz="half" idx="10"/>
          </p:nvPr>
        </p:nvSpPr>
        <p:spPr/>
        <p:txBody>
          <a:bodyPr rtlCol="0"/>
          <a:lstStyle/>
          <a:p>
            <a:pPr rtl="0"/>
            <a:fld id="{E7D9F5B4-D2B9-4671-9B63-0110E6386A4E}" type="datetime4">
              <a:rPr lang="ja-JP" altLang="en-US" smtClean="0"/>
              <a:t>2026年6月16日</a:t>
            </a:fld>
            <a:endParaRPr lang="en-US" dirty="0"/>
          </a:p>
        </p:txBody>
      </p:sp>
      <p:sp>
        <p:nvSpPr>
          <p:cNvPr id="19" name="フッター プレースホルダー 18"/>
          <p:cNvSpPr>
            <a:spLocks noGrp="1"/>
          </p:cNvSpPr>
          <p:nvPr>
            <p:ph type="ftr" sz="quarter" idx="11"/>
          </p:nvPr>
        </p:nvSpPr>
        <p:spPr/>
        <p:txBody>
          <a:bodyPr rtlCol="0"/>
          <a:lstStyle/>
          <a:p>
            <a:pPr rtl="0"/>
            <a:r>
              <a:rPr lang="ja-JP" altLang="en-US" noProof="0" dirty="0"/>
              <a:t>フッターを追加</a:t>
            </a:r>
          </a:p>
        </p:txBody>
      </p:sp>
      <p:sp>
        <p:nvSpPr>
          <p:cNvPr id="27" name="スライド番号プレースホルダー 26"/>
          <p:cNvSpPr>
            <a:spLocks noGrp="1"/>
          </p:cNvSpPr>
          <p:nvPr>
            <p:ph type="sldNum" sz="quarter" idx="12"/>
          </p:nvPr>
        </p:nvSpPr>
        <p:spPr/>
        <p:txBody>
          <a:bodyPr rtlCol="0"/>
          <a:lstStyle/>
          <a:p>
            <a:pPr rtl="0"/>
            <a:fld id="{401CF334-2D5C-4859-84A6-CA7E6E43FAEB}" type="slidenum">
              <a:rPr lang="en-US" altLang="ja-JP" noProof="0" smtClean="0"/>
              <a:t>‹#›</a:t>
            </a:fld>
            <a:endParaRPr lang="ja-JP" altLang="en-US" noProof="0" dirty="0"/>
          </a:p>
        </p:txBody>
      </p:sp>
    </p:spTree>
    <p:extLst>
      <p:ext uri="{BB962C8B-B14F-4D97-AF65-F5344CB8AC3E}">
        <p14:creationId xmlns:p14="http://schemas.microsoft.com/office/powerpoint/2010/main" val="29808200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rtlCol="0"/>
          <a:lstStyle/>
          <a:p>
            <a:pPr rtl="0"/>
            <a:r>
              <a:rPr lang="ja-JP" altLang="en-US" noProof="0"/>
              <a:t>マスター タイトルの書式設定</a:t>
            </a:r>
            <a:endParaRPr kumimoji="0" lang="ja-JP" altLang="en-US" noProof="0" dirty="0"/>
          </a:p>
        </p:txBody>
      </p:sp>
      <p:sp>
        <p:nvSpPr>
          <p:cNvPr id="3" name="コンテンツ プレースホルダー 2"/>
          <p:cNvSpPr>
            <a:spLocks noGrp="1"/>
          </p:cNvSpPr>
          <p:nvPr>
            <p:ph idx="1"/>
          </p:nvPr>
        </p:nvSpPr>
        <p:spPr/>
        <p:txBody>
          <a:bodyPr rtlCol="0"/>
          <a:lstStyle/>
          <a:p>
            <a:pPr lvl="0" rtl="0" eaLnBrk="1" latinLnBrk="0" hangingPunct="1"/>
            <a:r>
              <a:rPr lang="ja-JP" altLang="en-US" noProof="0"/>
              <a:t>マスター テキストの書式設定</a:t>
            </a:r>
          </a:p>
          <a:p>
            <a:pPr lvl="1" rtl="0" eaLnBrk="1" latinLnBrk="0" hangingPunct="1"/>
            <a:r>
              <a:rPr lang="ja-JP" altLang="en-US" noProof="0"/>
              <a:t>第 </a:t>
            </a:r>
            <a:r>
              <a:rPr lang="en-US" altLang="ja-JP" noProof="0"/>
              <a:t>2 </a:t>
            </a:r>
            <a:r>
              <a:rPr lang="ja-JP" altLang="en-US" noProof="0"/>
              <a:t>レベル</a:t>
            </a:r>
          </a:p>
          <a:p>
            <a:pPr lvl="2" rtl="0" eaLnBrk="1" latinLnBrk="0" hangingPunct="1"/>
            <a:r>
              <a:rPr lang="ja-JP" altLang="en-US" noProof="0"/>
              <a:t>第 </a:t>
            </a:r>
            <a:r>
              <a:rPr lang="en-US" altLang="ja-JP" noProof="0"/>
              <a:t>3 </a:t>
            </a:r>
            <a:r>
              <a:rPr lang="ja-JP" altLang="en-US" noProof="0"/>
              <a:t>レベル</a:t>
            </a:r>
          </a:p>
          <a:p>
            <a:pPr lvl="3" rtl="0" eaLnBrk="1" latinLnBrk="0" hangingPunct="1"/>
            <a:r>
              <a:rPr lang="ja-JP" altLang="en-US" noProof="0"/>
              <a:t>第 </a:t>
            </a:r>
            <a:r>
              <a:rPr lang="en-US" altLang="ja-JP" noProof="0"/>
              <a:t>4 </a:t>
            </a:r>
            <a:r>
              <a:rPr lang="ja-JP" altLang="en-US" noProof="0"/>
              <a:t>レベル</a:t>
            </a:r>
          </a:p>
          <a:p>
            <a:pPr lvl="4" rtl="0" eaLnBrk="1" latinLnBrk="0" hangingPunct="1"/>
            <a:r>
              <a:rPr lang="ja-JP" altLang="en-US" noProof="0"/>
              <a:t>第 </a:t>
            </a:r>
            <a:r>
              <a:rPr lang="en-US" altLang="ja-JP" noProof="0"/>
              <a:t>5 </a:t>
            </a:r>
            <a:r>
              <a:rPr lang="ja-JP" altLang="en-US" noProof="0"/>
              <a:t>レベル</a:t>
            </a:r>
            <a:endParaRPr kumimoji="0" lang="ja-JP" altLang="en-US" noProof="0" dirty="0"/>
          </a:p>
        </p:txBody>
      </p:sp>
      <p:sp>
        <p:nvSpPr>
          <p:cNvPr id="4" name="日付プレースホルダー 3"/>
          <p:cNvSpPr>
            <a:spLocks noGrp="1"/>
          </p:cNvSpPr>
          <p:nvPr>
            <p:ph type="dt" sz="half" idx="10"/>
          </p:nvPr>
        </p:nvSpPr>
        <p:spPr/>
        <p:txBody>
          <a:bodyPr rtlCol="0"/>
          <a:lstStyle/>
          <a:p>
            <a:pPr rtl="0"/>
            <a:fld id="{030C11D6-D226-45B1-8AA5-91C501F3B0E7}" type="datetime4">
              <a:rPr lang="ja-JP" altLang="en-US" smtClean="0"/>
              <a:t>2026年6月16日</a:t>
            </a:fld>
            <a:endParaRPr lang="en-US" dirty="0"/>
          </a:p>
        </p:txBody>
      </p:sp>
      <p:sp>
        <p:nvSpPr>
          <p:cNvPr id="5" name="フッター プレースホルダー 4"/>
          <p:cNvSpPr>
            <a:spLocks noGrp="1"/>
          </p:cNvSpPr>
          <p:nvPr>
            <p:ph type="ftr" sz="quarter" idx="11"/>
          </p:nvPr>
        </p:nvSpPr>
        <p:spPr/>
        <p:txBody>
          <a:bodyPr rtlCol="0"/>
          <a:lstStyle/>
          <a:p>
            <a:pPr rtl="0"/>
            <a:r>
              <a:rPr lang="ja-JP" altLang="en-US" noProof="0" dirty="0"/>
              <a:t>フッターを追加</a:t>
            </a:r>
          </a:p>
        </p:txBody>
      </p:sp>
      <p:sp>
        <p:nvSpPr>
          <p:cNvPr id="6" name="スライド番号プレースホルダー 5"/>
          <p:cNvSpPr>
            <a:spLocks noGrp="1"/>
          </p:cNvSpPr>
          <p:nvPr>
            <p:ph type="sldNum" sz="quarter" idx="12"/>
          </p:nvPr>
        </p:nvSpPr>
        <p:spPr/>
        <p:txBody>
          <a:bodyPr rtlCol="0"/>
          <a:lstStyle/>
          <a:p>
            <a:pPr rtl="0"/>
            <a:fld id="{401CF334-2D5C-4859-84A6-CA7E6E43FAEB}" type="slidenum">
              <a:rPr lang="en-US" altLang="ja-JP" noProof="0" smtClean="0"/>
              <a:t>‹#›</a:t>
            </a:fld>
            <a:endParaRPr lang="ja-JP" altLang="en-US" noProof="0" dirty="0"/>
          </a:p>
        </p:txBody>
      </p:sp>
    </p:spTree>
    <p:extLst>
      <p:ext uri="{BB962C8B-B14F-4D97-AF65-F5344CB8AC3E}">
        <p14:creationId xmlns:p14="http://schemas.microsoft.com/office/powerpoint/2010/main" val="1481682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 ヘッダー">
    <p:spTree>
      <p:nvGrpSpPr>
        <p:cNvPr id="1" name=""/>
        <p:cNvGrpSpPr/>
        <p:nvPr/>
      </p:nvGrpSpPr>
      <p:grpSpPr>
        <a:xfrm>
          <a:off x="0" y="0"/>
          <a:ext cx="0" cy="0"/>
          <a:chOff x="0" y="0"/>
          <a:chExt cx="0" cy="0"/>
        </a:xfrm>
      </p:grpSpPr>
      <p:sp>
        <p:nvSpPr>
          <p:cNvPr id="2" name="タイトル 1"/>
          <p:cNvSpPr>
            <a:spLocks noGrp="1"/>
          </p:cNvSpPr>
          <p:nvPr>
            <p:ph type="title"/>
          </p:nvPr>
        </p:nvSpPr>
        <p:spPr>
          <a:xfrm>
            <a:off x="707136" y="1316736"/>
            <a:ext cx="10363200" cy="1362456"/>
          </a:xfrm>
          <a:ln>
            <a:noFill/>
          </a:ln>
        </p:spPr>
        <p:txBody>
          <a:bodyPr vert="horz" tIns="0" bIns="0" rtlCol="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tx2"/>
                </a:solidFill>
                <a:effectLst/>
                <a:latin typeface="Meiryo UI" panose="020B0604030504040204" pitchFamily="50" charset="-128"/>
                <a:ea typeface="Meiryo UI" panose="020B0604030504040204" pitchFamily="50" charset="-128"/>
                <a:cs typeface="+mj-cs"/>
              </a:defRPr>
            </a:lvl1pPr>
          </a:lstStyle>
          <a:p>
            <a:pPr rtl="0"/>
            <a:r>
              <a:rPr lang="ja-JP" altLang="en-US" noProof="0"/>
              <a:t>マスター タイトルの書式設定</a:t>
            </a:r>
            <a:endParaRPr kumimoji="0" lang="ja-JP" altLang="en-US" noProof="0" dirty="0"/>
          </a:p>
        </p:txBody>
      </p:sp>
      <p:sp>
        <p:nvSpPr>
          <p:cNvPr id="3" name="テキスト プレースホルダー 2"/>
          <p:cNvSpPr>
            <a:spLocks noGrp="1"/>
          </p:cNvSpPr>
          <p:nvPr>
            <p:ph type="body" idx="1"/>
          </p:nvPr>
        </p:nvSpPr>
        <p:spPr>
          <a:xfrm>
            <a:off x="707136" y="2704664"/>
            <a:ext cx="10363200" cy="1509712"/>
          </a:xfrm>
        </p:spPr>
        <p:txBody>
          <a:bodyPr lIns="45720" rIns="45720" rtlCol="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rtl="0" eaLnBrk="1" latinLnBrk="0" hangingPunct="1"/>
            <a:r>
              <a:rPr lang="ja-JP" altLang="en-US" noProof="0"/>
              <a:t>マスター テキストの書式設定</a:t>
            </a:r>
          </a:p>
        </p:txBody>
      </p:sp>
      <p:sp>
        <p:nvSpPr>
          <p:cNvPr id="4" name="日付プレースホルダー 3"/>
          <p:cNvSpPr>
            <a:spLocks noGrp="1"/>
          </p:cNvSpPr>
          <p:nvPr>
            <p:ph type="dt" sz="half" idx="10"/>
          </p:nvPr>
        </p:nvSpPr>
        <p:spPr/>
        <p:txBody>
          <a:bodyPr rtlCol="0"/>
          <a:lstStyle/>
          <a:p>
            <a:pPr rtl="0"/>
            <a:fld id="{E5400AA1-06A4-444F-94EA-80BA16484187}" type="datetime4">
              <a:rPr lang="ja-JP" altLang="en-US" smtClean="0"/>
              <a:t>2026年6月16日</a:t>
            </a:fld>
            <a:endParaRPr lang="en-US" dirty="0"/>
          </a:p>
        </p:txBody>
      </p:sp>
      <p:sp>
        <p:nvSpPr>
          <p:cNvPr id="5" name="フッター プレースホルダー 4"/>
          <p:cNvSpPr>
            <a:spLocks noGrp="1"/>
          </p:cNvSpPr>
          <p:nvPr>
            <p:ph type="ftr" sz="quarter" idx="11"/>
          </p:nvPr>
        </p:nvSpPr>
        <p:spPr/>
        <p:txBody>
          <a:bodyPr rtlCol="0"/>
          <a:lstStyle/>
          <a:p>
            <a:pPr rtl="0"/>
            <a:r>
              <a:rPr lang="ja-JP" altLang="en-US" noProof="0" dirty="0"/>
              <a:t>フッターを追加</a:t>
            </a:r>
          </a:p>
        </p:txBody>
      </p:sp>
      <p:sp>
        <p:nvSpPr>
          <p:cNvPr id="6" name="スライド番号プレースホルダー 5"/>
          <p:cNvSpPr>
            <a:spLocks noGrp="1"/>
          </p:cNvSpPr>
          <p:nvPr>
            <p:ph type="sldNum" sz="quarter" idx="12"/>
          </p:nvPr>
        </p:nvSpPr>
        <p:spPr/>
        <p:txBody>
          <a:bodyPr rtlCol="0"/>
          <a:lstStyle/>
          <a:p>
            <a:pPr rtl="0"/>
            <a:fld id="{401CF334-2D5C-4859-84A6-CA7E6E43FAEB}" type="slidenum">
              <a:rPr lang="en-US" altLang="ja-JP" noProof="0" smtClean="0"/>
              <a:t>‹#›</a:t>
            </a:fld>
            <a:endParaRPr lang="ja-JP" altLang="en-US" noProof="0" dirty="0"/>
          </a:p>
        </p:txBody>
      </p:sp>
    </p:spTree>
    <p:extLst>
      <p:ext uri="{BB962C8B-B14F-4D97-AF65-F5344CB8AC3E}">
        <p14:creationId xmlns:p14="http://schemas.microsoft.com/office/powerpoint/2010/main" val="353193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段組">
    <p:spTree>
      <p:nvGrpSpPr>
        <p:cNvPr id="1" name=""/>
        <p:cNvGrpSpPr/>
        <p:nvPr/>
      </p:nvGrpSpPr>
      <p:grpSpPr>
        <a:xfrm>
          <a:off x="0" y="0"/>
          <a:ext cx="0" cy="0"/>
          <a:chOff x="0" y="0"/>
          <a:chExt cx="0" cy="0"/>
        </a:xfrm>
      </p:grpSpPr>
      <p:sp>
        <p:nvSpPr>
          <p:cNvPr id="2" name="タイトル 1"/>
          <p:cNvSpPr>
            <a:spLocks noGrp="1"/>
          </p:cNvSpPr>
          <p:nvPr>
            <p:ph type="title"/>
          </p:nvPr>
        </p:nvSpPr>
        <p:spPr>
          <a:xfrm>
            <a:off x="609600" y="704088"/>
            <a:ext cx="10972800" cy="1143000"/>
          </a:xfrm>
        </p:spPr>
        <p:txBody>
          <a:bodyPr rtlCol="0"/>
          <a:lstStyle/>
          <a:p>
            <a:pPr rtl="0"/>
            <a:r>
              <a:rPr lang="ja-JP" altLang="en-US" noProof="0"/>
              <a:t>マスター タイトルの書式設定</a:t>
            </a:r>
            <a:endParaRPr kumimoji="0" lang="ja-JP" altLang="en-US" noProof="0" dirty="0"/>
          </a:p>
        </p:txBody>
      </p:sp>
      <p:sp>
        <p:nvSpPr>
          <p:cNvPr id="3" name="コンテンツ プレースホルダー 2"/>
          <p:cNvSpPr>
            <a:spLocks noGrp="1"/>
          </p:cNvSpPr>
          <p:nvPr>
            <p:ph sz="half" idx="1"/>
          </p:nvPr>
        </p:nvSpPr>
        <p:spPr>
          <a:xfrm>
            <a:off x="609600" y="1920085"/>
            <a:ext cx="5384800" cy="4434840"/>
          </a:xfrm>
        </p:spPr>
        <p:txBody>
          <a:bodyPr rtlCol="0"/>
          <a:lstStyle>
            <a:lvl1pPr>
              <a:defRPr sz="2600"/>
            </a:lvl1pPr>
            <a:lvl2pPr>
              <a:defRPr sz="2400"/>
            </a:lvl2pPr>
            <a:lvl3pPr>
              <a:defRPr sz="2000"/>
            </a:lvl3pPr>
            <a:lvl4pPr>
              <a:defRPr sz="1800"/>
            </a:lvl4pPr>
            <a:lvl5pPr>
              <a:defRPr sz="1800"/>
            </a:lvl5pPr>
          </a:lstStyle>
          <a:p>
            <a:pPr lvl="0" rtl="0" eaLnBrk="1" latinLnBrk="0" hangingPunct="1"/>
            <a:r>
              <a:rPr lang="ja-JP" altLang="en-US" noProof="0"/>
              <a:t>マスター テキストの書式設定</a:t>
            </a:r>
          </a:p>
          <a:p>
            <a:pPr lvl="1" rtl="0" eaLnBrk="1" latinLnBrk="0" hangingPunct="1"/>
            <a:r>
              <a:rPr lang="ja-JP" altLang="en-US" noProof="0"/>
              <a:t>第 </a:t>
            </a:r>
            <a:r>
              <a:rPr lang="en-US" altLang="ja-JP" noProof="0"/>
              <a:t>2 </a:t>
            </a:r>
            <a:r>
              <a:rPr lang="ja-JP" altLang="en-US" noProof="0"/>
              <a:t>レベル</a:t>
            </a:r>
          </a:p>
          <a:p>
            <a:pPr lvl="2" rtl="0" eaLnBrk="1" latinLnBrk="0" hangingPunct="1"/>
            <a:r>
              <a:rPr lang="ja-JP" altLang="en-US" noProof="0"/>
              <a:t>第 </a:t>
            </a:r>
            <a:r>
              <a:rPr lang="en-US" altLang="ja-JP" noProof="0"/>
              <a:t>3 </a:t>
            </a:r>
            <a:r>
              <a:rPr lang="ja-JP" altLang="en-US" noProof="0"/>
              <a:t>レベル</a:t>
            </a:r>
          </a:p>
          <a:p>
            <a:pPr lvl="3" rtl="0" eaLnBrk="1" latinLnBrk="0" hangingPunct="1"/>
            <a:r>
              <a:rPr lang="ja-JP" altLang="en-US" noProof="0"/>
              <a:t>第 </a:t>
            </a:r>
            <a:r>
              <a:rPr lang="en-US" altLang="ja-JP" noProof="0"/>
              <a:t>4 </a:t>
            </a:r>
            <a:r>
              <a:rPr lang="ja-JP" altLang="en-US" noProof="0"/>
              <a:t>レベル</a:t>
            </a:r>
          </a:p>
          <a:p>
            <a:pPr lvl="4" rtl="0" eaLnBrk="1" latinLnBrk="0" hangingPunct="1"/>
            <a:r>
              <a:rPr lang="ja-JP" altLang="en-US" noProof="0"/>
              <a:t>第 </a:t>
            </a:r>
            <a:r>
              <a:rPr lang="en-US" altLang="ja-JP" noProof="0"/>
              <a:t>5 </a:t>
            </a:r>
            <a:r>
              <a:rPr lang="ja-JP" altLang="en-US" noProof="0"/>
              <a:t>レベル</a:t>
            </a:r>
            <a:endParaRPr kumimoji="0" lang="ja-JP" altLang="en-US" noProof="0" dirty="0"/>
          </a:p>
        </p:txBody>
      </p:sp>
      <p:sp>
        <p:nvSpPr>
          <p:cNvPr id="4" name="コンテンツ プレースホルダー 3"/>
          <p:cNvSpPr>
            <a:spLocks noGrp="1"/>
          </p:cNvSpPr>
          <p:nvPr>
            <p:ph sz="half" idx="2"/>
          </p:nvPr>
        </p:nvSpPr>
        <p:spPr>
          <a:xfrm>
            <a:off x="6197600" y="1920085"/>
            <a:ext cx="5384800" cy="4434840"/>
          </a:xfrm>
        </p:spPr>
        <p:txBody>
          <a:bodyPr rtlCol="0"/>
          <a:lstStyle>
            <a:lvl1pPr>
              <a:defRPr sz="2600"/>
            </a:lvl1pPr>
            <a:lvl2pPr>
              <a:defRPr sz="2400"/>
            </a:lvl2pPr>
            <a:lvl3pPr>
              <a:defRPr sz="2000"/>
            </a:lvl3pPr>
            <a:lvl4pPr>
              <a:defRPr sz="1800"/>
            </a:lvl4pPr>
            <a:lvl5pPr>
              <a:defRPr sz="1800"/>
            </a:lvl5pPr>
          </a:lstStyle>
          <a:p>
            <a:pPr lvl="0" rtl="0" eaLnBrk="1" latinLnBrk="0" hangingPunct="1"/>
            <a:r>
              <a:rPr lang="ja-JP" altLang="en-US" noProof="0"/>
              <a:t>マスター テキストの書式設定</a:t>
            </a:r>
          </a:p>
          <a:p>
            <a:pPr lvl="1" rtl="0" eaLnBrk="1" latinLnBrk="0" hangingPunct="1"/>
            <a:r>
              <a:rPr lang="ja-JP" altLang="en-US" noProof="0"/>
              <a:t>第 </a:t>
            </a:r>
            <a:r>
              <a:rPr lang="en-US" altLang="ja-JP" noProof="0"/>
              <a:t>2 </a:t>
            </a:r>
            <a:r>
              <a:rPr lang="ja-JP" altLang="en-US" noProof="0"/>
              <a:t>レベル</a:t>
            </a:r>
          </a:p>
          <a:p>
            <a:pPr lvl="2" rtl="0" eaLnBrk="1" latinLnBrk="0" hangingPunct="1"/>
            <a:r>
              <a:rPr lang="ja-JP" altLang="en-US" noProof="0"/>
              <a:t>第 </a:t>
            </a:r>
            <a:r>
              <a:rPr lang="en-US" altLang="ja-JP" noProof="0"/>
              <a:t>3 </a:t>
            </a:r>
            <a:r>
              <a:rPr lang="ja-JP" altLang="en-US" noProof="0"/>
              <a:t>レベル</a:t>
            </a:r>
          </a:p>
          <a:p>
            <a:pPr lvl="3" rtl="0" eaLnBrk="1" latinLnBrk="0" hangingPunct="1"/>
            <a:r>
              <a:rPr lang="ja-JP" altLang="en-US" noProof="0"/>
              <a:t>第 </a:t>
            </a:r>
            <a:r>
              <a:rPr lang="en-US" altLang="ja-JP" noProof="0"/>
              <a:t>4 </a:t>
            </a:r>
            <a:r>
              <a:rPr lang="ja-JP" altLang="en-US" noProof="0"/>
              <a:t>レベル</a:t>
            </a:r>
          </a:p>
          <a:p>
            <a:pPr lvl="4" rtl="0" eaLnBrk="1" latinLnBrk="0" hangingPunct="1"/>
            <a:r>
              <a:rPr lang="ja-JP" altLang="en-US" noProof="0"/>
              <a:t>第 </a:t>
            </a:r>
            <a:r>
              <a:rPr lang="en-US" altLang="ja-JP" noProof="0"/>
              <a:t>5 </a:t>
            </a:r>
            <a:r>
              <a:rPr lang="ja-JP" altLang="en-US" noProof="0"/>
              <a:t>レベル</a:t>
            </a:r>
            <a:endParaRPr kumimoji="0" lang="ja-JP" altLang="en-US" noProof="0" dirty="0"/>
          </a:p>
        </p:txBody>
      </p:sp>
      <p:sp>
        <p:nvSpPr>
          <p:cNvPr id="5" name="日付プレースホルダー 4"/>
          <p:cNvSpPr>
            <a:spLocks noGrp="1"/>
          </p:cNvSpPr>
          <p:nvPr>
            <p:ph type="dt" sz="half" idx="10"/>
          </p:nvPr>
        </p:nvSpPr>
        <p:spPr/>
        <p:txBody>
          <a:bodyPr rtlCol="0"/>
          <a:lstStyle/>
          <a:p>
            <a:pPr rtl="0"/>
            <a:fld id="{7538B790-6ACD-441F-B06D-4917F8B429D2}" type="datetime4">
              <a:rPr lang="ja-JP" altLang="en-US" smtClean="0"/>
              <a:t>2026年6月16日</a:t>
            </a:fld>
            <a:endParaRPr lang="en-US" dirty="0"/>
          </a:p>
        </p:txBody>
      </p:sp>
      <p:sp>
        <p:nvSpPr>
          <p:cNvPr id="6" name="フッター プレースホルダー 5"/>
          <p:cNvSpPr>
            <a:spLocks noGrp="1"/>
          </p:cNvSpPr>
          <p:nvPr>
            <p:ph type="ftr" sz="quarter" idx="11"/>
          </p:nvPr>
        </p:nvSpPr>
        <p:spPr/>
        <p:txBody>
          <a:bodyPr rtlCol="0"/>
          <a:lstStyle/>
          <a:p>
            <a:pPr rtl="0"/>
            <a:r>
              <a:rPr lang="ja-JP" altLang="en-US" noProof="0" dirty="0"/>
              <a:t>フッターを追加</a:t>
            </a:r>
          </a:p>
        </p:txBody>
      </p:sp>
      <p:sp>
        <p:nvSpPr>
          <p:cNvPr id="7" name="スライド番号プレースホルダー 6"/>
          <p:cNvSpPr>
            <a:spLocks noGrp="1"/>
          </p:cNvSpPr>
          <p:nvPr>
            <p:ph type="sldNum" sz="quarter" idx="12"/>
          </p:nvPr>
        </p:nvSpPr>
        <p:spPr/>
        <p:txBody>
          <a:bodyPr rtlCol="0"/>
          <a:lstStyle/>
          <a:p>
            <a:pPr rtl="0"/>
            <a:fld id="{401CF334-2D5C-4859-84A6-CA7E6E43FAEB}" type="slidenum">
              <a:rPr lang="en-US" altLang="ja-JP" noProof="0" smtClean="0"/>
              <a:t>‹#›</a:t>
            </a:fld>
            <a:endParaRPr lang="ja-JP" altLang="en-US" noProof="0" dirty="0"/>
          </a:p>
        </p:txBody>
      </p:sp>
    </p:spTree>
    <p:extLst>
      <p:ext uri="{BB962C8B-B14F-4D97-AF65-F5344CB8AC3E}">
        <p14:creationId xmlns:p14="http://schemas.microsoft.com/office/powerpoint/2010/main" val="109018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609600" y="704088"/>
            <a:ext cx="10972800" cy="1143000"/>
          </a:xfrm>
        </p:spPr>
        <p:txBody>
          <a:bodyPr tIns="45720" rtlCol="0" anchor="b"/>
          <a:lstStyle>
            <a:lvl1pPr>
              <a:defRPr/>
            </a:lvl1pPr>
          </a:lstStyle>
          <a:p>
            <a:pPr rtl="0"/>
            <a:r>
              <a:rPr lang="ja-JP" altLang="en-US"/>
              <a:t>マスター タイトルの書式設定</a:t>
            </a:r>
            <a:endParaRPr kumimoji="0" lang="en-US" dirty="0"/>
          </a:p>
        </p:txBody>
      </p:sp>
      <p:sp>
        <p:nvSpPr>
          <p:cNvPr id="3" name="テキスト プレースホルダー 2"/>
          <p:cNvSpPr>
            <a:spLocks noGrp="1"/>
          </p:cNvSpPr>
          <p:nvPr>
            <p:ph type="body" idx="1"/>
          </p:nvPr>
        </p:nvSpPr>
        <p:spPr>
          <a:xfrm>
            <a:off x="609600" y="1855248"/>
            <a:ext cx="5386917" cy="659352"/>
          </a:xfrm>
        </p:spPr>
        <p:txBody>
          <a:bodyPr lIns="45720" tIns="0" rIns="45720" bIns="0" rtlCol="0" anchor="ctr">
            <a:noAutofit/>
          </a:bodyPr>
          <a:lstStyle>
            <a:lvl1pPr marL="0" indent="0">
              <a:buNone/>
              <a:defRPr sz="2400" b="1" cap="none" baseline="0">
                <a:solidFill>
                  <a:schemeClr val="tx1"/>
                </a:solidFill>
                <a:effectLst/>
              </a:defRPr>
            </a:lvl1pPr>
            <a:lvl2pPr>
              <a:buNone/>
              <a:defRPr sz="2000" b="1"/>
            </a:lvl2pPr>
            <a:lvl3pPr>
              <a:buNone/>
              <a:defRPr sz="1800" b="1"/>
            </a:lvl3pPr>
            <a:lvl4pPr>
              <a:buNone/>
              <a:defRPr sz="1600" b="1"/>
            </a:lvl4pPr>
            <a:lvl5pPr>
              <a:buNone/>
              <a:defRPr sz="1600" b="1"/>
            </a:lvl5pPr>
          </a:lstStyle>
          <a:p>
            <a:pPr lvl="0" rtl="0" eaLnBrk="1" latinLnBrk="0" hangingPunct="1"/>
            <a:r>
              <a:rPr lang="ja-JP" altLang="en-US"/>
              <a:t>マスター テキストの書式設定</a:t>
            </a:r>
          </a:p>
        </p:txBody>
      </p:sp>
      <p:sp>
        <p:nvSpPr>
          <p:cNvPr id="5" name="コンテンツ プレースホルダー 4"/>
          <p:cNvSpPr>
            <a:spLocks noGrp="1"/>
          </p:cNvSpPr>
          <p:nvPr>
            <p:ph sz="quarter" idx="2"/>
          </p:nvPr>
        </p:nvSpPr>
        <p:spPr>
          <a:xfrm>
            <a:off x="609600" y="2514600"/>
            <a:ext cx="5386917" cy="3845720"/>
          </a:xfrm>
        </p:spPr>
        <p:txBody>
          <a:bodyPr tIns="0" rtlCol="0"/>
          <a:lstStyle>
            <a:lvl1pPr>
              <a:defRPr sz="2200"/>
            </a:lvl1pPr>
            <a:lvl2pPr>
              <a:defRPr sz="2000"/>
            </a:lvl2pPr>
            <a:lvl3pPr>
              <a:defRPr sz="1800"/>
            </a:lvl3pPr>
            <a:lvl4pPr>
              <a:defRPr sz="1600"/>
            </a:lvl4pPr>
            <a:lvl5pPr>
              <a:defRPr sz="1600"/>
            </a:lvl5pPr>
          </a:lstStyle>
          <a:p>
            <a:pPr lvl="0" rtl="0" eaLnBrk="1" latinLnBrk="0" hangingPunct="1"/>
            <a:r>
              <a:rPr lang="ja-JP" altLang="en-US"/>
              <a:t>マスター テキストの書式設定</a:t>
            </a:r>
          </a:p>
          <a:p>
            <a:pPr lvl="1" rtl="0" eaLnBrk="1" latinLnBrk="0" hangingPunct="1"/>
            <a:r>
              <a:rPr lang="ja-JP" altLang="en-US"/>
              <a:t>第 </a:t>
            </a:r>
            <a:r>
              <a:rPr lang="en-US" altLang="ja-JP"/>
              <a:t>2 </a:t>
            </a:r>
            <a:r>
              <a:rPr lang="ja-JP" altLang="en-US"/>
              <a:t>レベル</a:t>
            </a:r>
          </a:p>
          <a:p>
            <a:pPr lvl="2" rtl="0" eaLnBrk="1" latinLnBrk="0" hangingPunct="1"/>
            <a:r>
              <a:rPr lang="ja-JP" altLang="en-US"/>
              <a:t>第 </a:t>
            </a:r>
            <a:r>
              <a:rPr lang="en-US" altLang="ja-JP"/>
              <a:t>3 </a:t>
            </a:r>
            <a:r>
              <a:rPr lang="ja-JP" altLang="en-US"/>
              <a:t>レベル</a:t>
            </a:r>
          </a:p>
          <a:p>
            <a:pPr lvl="3" rtl="0" eaLnBrk="1" latinLnBrk="0" hangingPunct="1"/>
            <a:r>
              <a:rPr lang="ja-JP" altLang="en-US"/>
              <a:t>第 </a:t>
            </a:r>
            <a:r>
              <a:rPr lang="en-US" altLang="ja-JP"/>
              <a:t>4 </a:t>
            </a:r>
            <a:r>
              <a:rPr lang="ja-JP" altLang="en-US"/>
              <a:t>レベル</a:t>
            </a:r>
          </a:p>
          <a:p>
            <a:pPr lvl="4" rtl="0" eaLnBrk="1" latinLnBrk="0" hangingPunct="1"/>
            <a:r>
              <a:rPr lang="ja-JP" altLang="en-US"/>
              <a:t>第 </a:t>
            </a:r>
            <a:r>
              <a:rPr lang="en-US" altLang="ja-JP"/>
              <a:t>5 </a:t>
            </a:r>
            <a:r>
              <a:rPr lang="ja-JP" altLang="en-US"/>
              <a:t>レベル</a:t>
            </a:r>
            <a:endParaRPr kumimoji="0" lang="en-US" dirty="0"/>
          </a:p>
        </p:txBody>
      </p:sp>
      <p:sp>
        <p:nvSpPr>
          <p:cNvPr id="4" name="テキスト プレースホルダー 3"/>
          <p:cNvSpPr>
            <a:spLocks noGrp="1"/>
          </p:cNvSpPr>
          <p:nvPr>
            <p:ph type="body" sz="half" idx="3"/>
          </p:nvPr>
        </p:nvSpPr>
        <p:spPr>
          <a:xfrm>
            <a:off x="6193368" y="1859758"/>
            <a:ext cx="5389033" cy="654843"/>
          </a:xfrm>
        </p:spPr>
        <p:txBody>
          <a:bodyPr lIns="45720" tIns="0" rIns="45720" bIns="0" rtlCol="0" anchor="ctr"/>
          <a:lstStyle>
            <a:lvl1pPr marL="0" indent="0">
              <a:buNone/>
              <a:defRPr sz="2400" b="1" cap="none" baseline="0">
                <a:solidFill>
                  <a:schemeClr val="tx1"/>
                </a:solidFill>
                <a:effectLst/>
              </a:defRPr>
            </a:lvl1pPr>
            <a:lvl2pPr>
              <a:buNone/>
              <a:defRPr sz="2000" b="1"/>
            </a:lvl2pPr>
            <a:lvl3pPr>
              <a:buNone/>
              <a:defRPr sz="1800" b="1"/>
            </a:lvl3pPr>
            <a:lvl4pPr>
              <a:buNone/>
              <a:defRPr sz="1600" b="1"/>
            </a:lvl4pPr>
            <a:lvl5pPr>
              <a:buNone/>
              <a:defRPr sz="1600" b="1"/>
            </a:lvl5pPr>
          </a:lstStyle>
          <a:p>
            <a:pPr lvl="0" rtl="0" eaLnBrk="1" latinLnBrk="0" hangingPunct="1"/>
            <a:r>
              <a:rPr lang="ja-JP" altLang="en-US"/>
              <a:t>マスター テキストの書式設定</a:t>
            </a:r>
          </a:p>
        </p:txBody>
      </p:sp>
      <p:sp>
        <p:nvSpPr>
          <p:cNvPr id="6" name="コンテンツ プレースホルダー 5"/>
          <p:cNvSpPr>
            <a:spLocks noGrp="1"/>
          </p:cNvSpPr>
          <p:nvPr>
            <p:ph sz="quarter" idx="4"/>
          </p:nvPr>
        </p:nvSpPr>
        <p:spPr>
          <a:xfrm>
            <a:off x="6193368" y="2514600"/>
            <a:ext cx="5389033" cy="3845720"/>
          </a:xfrm>
        </p:spPr>
        <p:txBody>
          <a:bodyPr tIns="0" rtlCol="0"/>
          <a:lstStyle>
            <a:lvl1pPr>
              <a:defRPr sz="2200"/>
            </a:lvl1pPr>
            <a:lvl2pPr>
              <a:defRPr sz="2000"/>
            </a:lvl2pPr>
            <a:lvl3pPr>
              <a:defRPr sz="1800"/>
            </a:lvl3pPr>
            <a:lvl4pPr>
              <a:defRPr sz="1600"/>
            </a:lvl4pPr>
            <a:lvl5pPr>
              <a:defRPr sz="1600"/>
            </a:lvl5pPr>
          </a:lstStyle>
          <a:p>
            <a:pPr lvl="0" rtl="0" eaLnBrk="1" latinLnBrk="0" hangingPunct="1"/>
            <a:r>
              <a:rPr lang="ja-JP" altLang="en-US"/>
              <a:t>マスター テキストの書式設定</a:t>
            </a:r>
          </a:p>
          <a:p>
            <a:pPr lvl="1" rtl="0" eaLnBrk="1" latinLnBrk="0" hangingPunct="1"/>
            <a:r>
              <a:rPr lang="ja-JP" altLang="en-US"/>
              <a:t>第 </a:t>
            </a:r>
            <a:r>
              <a:rPr lang="en-US" altLang="ja-JP"/>
              <a:t>2 </a:t>
            </a:r>
            <a:r>
              <a:rPr lang="ja-JP" altLang="en-US"/>
              <a:t>レベル</a:t>
            </a:r>
          </a:p>
          <a:p>
            <a:pPr lvl="2" rtl="0" eaLnBrk="1" latinLnBrk="0" hangingPunct="1"/>
            <a:r>
              <a:rPr lang="ja-JP" altLang="en-US"/>
              <a:t>第 </a:t>
            </a:r>
            <a:r>
              <a:rPr lang="en-US" altLang="ja-JP"/>
              <a:t>3 </a:t>
            </a:r>
            <a:r>
              <a:rPr lang="ja-JP" altLang="en-US"/>
              <a:t>レベル</a:t>
            </a:r>
          </a:p>
          <a:p>
            <a:pPr lvl="3" rtl="0" eaLnBrk="1" latinLnBrk="0" hangingPunct="1"/>
            <a:r>
              <a:rPr lang="ja-JP" altLang="en-US"/>
              <a:t>第 </a:t>
            </a:r>
            <a:r>
              <a:rPr lang="en-US" altLang="ja-JP"/>
              <a:t>4 </a:t>
            </a:r>
            <a:r>
              <a:rPr lang="ja-JP" altLang="en-US"/>
              <a:t>レベル</a:t>
            </a:r>
          </a:p>
          <a:p>
            <a:pPr lvl="4" rtl="0" eaLnBrk="1" latinLnBrk="0" hangingPunct="1"/>
            <a:r>
              <a:rPr lang="ja-JP" altLang="en-US"/>
              <a:t>第 </a:t>
            </a:r>
            <a:r>
              <a:rPr lang="en-US" altLang="ja-JP"/>
              <a:t>5 </a:t>
            </a:r>
            <a:r>
              <a:rPr lang="ja-JP" altLang="en-US"/>
              <a:t>レベル</a:t>
            </a:r>
            <a:endParaRPr kumimoji="0" lang="en-US" dirty="0"/>
          </a:p>
        </p:txBody>
      </p:sp>
      <p:sp>
        <p:nvSpPr>
          <p:cNvPr id="7" name="日付プレースホルダー 6"/>
          <p:cNvSpPr>
            <a:spLocks noGrp="1"/>
          </p:cNvSpPr>
          <p:nvPr>
            <p:ph type="dt" sz="half" idx="10"/>
          </p:nvPr>
        </p:nvSpPr>
        <p:spPr/>
        <p:txBody>
          <a:bodyPr rtlCol="0"/>
          <a:lstStyle/>
          <a:p>
            <a:pPr rtl="0"/>
            <a:fld id="{BA296CEC-F0EC-4499-B406-555829E93D38}" type="datetime4">
              <a:rPr lang="ja-JP" altLang="en-US" smtClean="0"/>
              <a:t>2026年6月16日</a:t>
            </a:fld>
            <a:endParaRPr lang="en-US" dirty="0"/>
          </a:p>
        </p:txBody>
      </p:sp>
      <p:sp>
        <p:nvSpPr>
          <p:cNvPr id="8" name="フッター プレースホルダー 7"/>
          <p:cNvSpPr>
            <a:spLocks noGrp="1"/>
          </p:cNvSpPr>
          <p:nvPr>
            <p:ph type="ftr" sz="quarter" idx="11"/>
          </p:nvPr>
        </p:nvSpPr>
        <p:spPr/>
        <p:txBody>
          <a:bodyPr rtlCol="0"/>
          <a:lstStyle/>
          <a:p>
            <a:pPr rtl="0"/>
            <a:r>
              <a:rPr lang="ja" dirty="0"/>
              <a:t>フッターを追加</a:t>
            </a:r>
            <a:endParaRPr lang="en-US" dirty="0"/>
          </a:p>
        </p:txBody>
      </p:sp>
      <p:sp>
        <p:nvSpPr>
          <p:cNvPr id="9" name="スライド番号プレースホルダー 8"/>
          <p:cNvSpPr>
            <a:spLocks noGrp="1"/>
          </p:cNvSpPr>
          <p:nvPr>
            <p:ph type="sldNum" sz="quarter" idx="12"/>
          </p:nvPr>
        </p:nvSpPr>
        <p:spPr/>
        <p:txBody>
          <a:bodyPr rtlCol="0"/>
          <a:lstStyle/>
          <a:p>
            <a:pPr rtl="0"/>
            <a:fld id="{401CF334-2D5C-4859-84A6-CA7E6E43FAEB}" type="slidenum">
              <a:rPr lang="en-US" smtClean="0"/>
              <a:t>‹#›</a:t>
            </a:fld>
            <a:endParaRPr lang="en-US" dirty="0"/>
          </a:p>
        </p:txBody>
      </p:sp>
    </p:spTree>
    <p:extLst>
      <p:ext uri="{BB962C8B-B14F-4D97-AF65-F5344CB8AC3E}">
        <p14:creationId xmlns:p14="http://schemas.microsoft.com/office/powerpoint/2010/main" val="1250188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a:xfrm>
            <a:off x="609600" y="704088"/>
            <a:ext cx="11074400" cy="1143000"/>
          </a:xfrm>
        </p:spPr>
        <p:txBody>
          <a:bodyPr vert="horz" tIns="45720" bIns="0" rtlCol="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eiryo UI" panose="020B0604030504040204" pitchFamily="50" charset="-128"/>
                <a:ea typeface="Meiryo UI" panose="020B0604030504040204" pitchFamily="50" charset="-128"/>
                <a:cs typeface="+mj-cs"/>
              </a:defRPr>
            </a:lvl1pPr>
          </a:lstStyle>
          <a:p>
            <a:pPr rtl="0"/>
            <a:r>
              <a:rPr lang="ja-JP" altLang="en-US" noProof="0"/>
              <a:t>マスター タイトルの書式設定</a:t>
            </a:r>
            <a:endParaRPr kumimoji="0" lang="ja-JP" altLang="en-US" noProof="0" dirty="0"/>
          </a:p>
        </p:txBody>
      </p:sp>
      <p:sp>
        <p:nvSpPr>
          <p:cNvPr id="3" name="日付プレースホルダー 2"/>
          <p:cNvSpPr>
            <a:spLocks noGrp="1"/>
          </p:cNvSpPr>
          <p:nvPr>
            <p:ph type="dt" sz="half" idx="10"/>
          </p:nvPr>
        </p:nvSpPr>
        <p:spPr/>
        <p:txBody>
          <a:bodyPr rtlCol="0"/>
          <a:lstStyle/>
          <a:p>
            <a:pPr rtl="0"/>
            <a:fld id="{7BC8EE4A-0564-4F19-AF56-1B86A81857A1}" type="datetime4">
              <a:rPr lang="ja-JP" altLang="en-US" smtClean="0"/>
              <a:t>2026年6月16日</a:t>
            </a:fld>
            <a:endParaRPr lang="en-US"/>
          </a:p>
        </p:txBody>
      </p:sp>
      <p:sp>
        <p:nvSpPr>
          <p:cNvPr id="4" name="フッター プレースホルダー 3"/>
          <p:cNvSpPr>
            <a:spLocks noGrp="1"/>
          </p:cNvSpPr>
          <p:nvPr>
            <p:ph type="ftr" sz="quarter" idx="11"/>
          </p:nvPr>
        </p:nvSpPr>
        <p:spPr/>
        <p:txBody>
          <a:bodyPr rtlCol="0"/>
          <a:lstStyle/>
          <a:p>
            <a:pPr rtl="0"/>
            <a:r>
              <a:rPr lang="ja-JP" altLang="en-US" noProof="0" dirty="0"/>
              <a:t>フッターを追加</a:t>
            </a:r>
          </a:p>
        </p:txBody>
      </p:sp>
      <p:sp>
        <p:nvSpPr>
          <p:cNvPr id="5" name="スライド番号プレースホルダー 4"/>
          <p:cNvSpPr>
            <a:spLocks noGrp="1"/>
          </p:cNvSpPr>
          <p:nvPr>
            <p:ph type="sldNum" sz="quarter" idx="12"/>
          </p:nvPr>
        </p:nvSpPr>
        <p:spPr/>
        <p:txBody>
          <a:bodyPr rtlCol="0"/>
          <a:lstStyle/>
          <a:p>
            <a:pPr rtl="0"/>
            <a:fld id="{401CF334-2D5C-4859-84A6-CA7E6E43FAEB}" type="slidenum">
              <a:rPr lang="en-US" altLang="ja-JP" noProof="0" smtClean="0"/>
              <a:t>‹#›</a:t>
            </a:fld>
            <a:endParaRPr lang="ja-JP" altLang="en-US" noProof="0" dirty="0"/>
          </a:p>
        </p:txBody>
      </p:sp>
    </p:spTree>
    <p:extLst>
      <p:ext uri="{BB962C8B-B14F-4D97-AF65-F5344CB8AC3E}">
        <p14:creationId xmlns:p14="http://schemas.microsoft.com/office/powerpoint/2010/main" val="3071814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rtlCol="0"/>
          <a:lstStyle/>
          <a:p>
            <a:pPr rtl="0"/>
            <a:fld id="{AAD0A0B1-5389-4168-8C71-456999E01C6A}" type="datetime4">
              <a:rPr lang="ja-JP" altLang="en-US" smtClean="0"/>
              <a:t>2026年6月16日</a:t>
            </a:fld>
            <a:endParaRPr lang="en-US" dirty="0"/>
          </a:p>
        </p:txBody>
      </p:sp>
      <p:sp>
        <p:nvSpPr>
          <p:cNvPr id="3" name="フッター プレースホルダー 2"/>
          <p:cNvSpPr>
            <a:spLocks noGrp="1"/>
          </p:cNvSpPr>
          <p:nvPr>
            <p:ph type="ftr" sz="quarter" idx="11"/>
          </p:nvPr>
        </p:nvSpPr>
        <p:spPr/>
        <p:txBody>
          <a:bodyPr rtlCol="0"/>
          <a:lstStyle/>
          <a:p>
            <a:pPr rtl="0"/>
            <a:r>
              <a:rPr lang="ja-JP" altLang="en-US" noProof="0" dirty="0"/>
              <a:t>フッターを追加</a:t>
            </a:r>
          </a:p>
        </p:txBody>
      </p:sp>
      <p:sp>
        <p:nvSpPr>
          <p:cNvPr id="4" name="スライド番号プレースホルダー 3"/>
          <p:cNvSpPr>
            <a:spLocks noGrp="1"/>
          </p:cNvSpPr>
          <p:nvPr>
            <p:ph type="sldNum" sz="quarter" idx="12"/>
          </p:nvPr>
        </p:nvSpPr>
        <p:spPr/>
        <p:txBody>
          <a:bodyPr rtlCol="0"/>
          <a:lstStyle/>
          <a:p>
            <a:pPr rtl="0"/>
            <a:fld id="{401CF334-2D5C-4859-84A6-CA7E6E43FAEB}" type="slidenum">
              <a:rPr lang="en-US" altLang="ja-JP" noProof="0" smtClean="0"/>
              <a:t>‹#›</a:t>
            </a:fld>
            <a:endParaRPr lang="ja-JP" altLang="en-US" noProof="0" dirty="0"/>
          </a:p>
        </p:txBody>
      </p:sp>
    </p:spTree>
    <p:extLst>
      <p:ext uri="{BB962C8B-B14F-4D97-AF65-F5344CB8AC3E}">
        <p14:creationId xmlns:p14="http://schemas.microsoft.com/office/powerpoint/2010/main" val="252882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キャプション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914400" y="514352"/>
            <a:ext cx="3657600" cy="1162050"/>
          </a:xfrm>
        </p:spPr>
        <p:txBody>
          <a:bodyPr lIns="0" rtlCol="0" anchor="b">
            <a:noAutofit/>
          </a:bodyPr>
          <a:lstStyle>
            <a:lvl1pPr algn="l" rtl="0">
              <a:spcBef>
                <a:spcPct val="0"/>
              </a:spcBef>
              <a:buNone/>
              <a:defRPr sz="2600" b="0">
                <a:ln>
                  <a:noFill/>
                </a:ln>
                <a:solidFill>
                  <a:schemeClr val="tx2"/>
                </a:solidFill>
                <a:effectLst/>
                <a:latin typeface="Meiryo UI" panose="020B0604030504040204" pitchFamily="50" charset="-128"/>
                <a:ea typeface="Meiryo UI" panose="020B0604030504040204" pitchFamily="50" charset="-128"/>
                <a:cs typeface="+mj-cs"/>
              </a:defRPr>
            </a:lvl1pPr>
          </a:lstStyle>
          <a:p>
            <a:pPr rtl="0"/>
            <a:r>
              <a:rPr lang="ja-JP" altLang="en-US" noProof="0"/>
              <a:t>マスター タイトルの書式設定</a:t>
            </a:r>
            <a:endParaRPr kumimoji="0" lang="ja-JP" altLang="en-US" noProof="0" dirty="0"/>
          </a:p>
        </p:txBody>
      </p:sp>
      <p:sp>
        <p:nvSpPr>
          <p:cNvPr id="4" name="コンテンツ プレースホルダー 3"/>
          <p:cNvSpPr>
            <a:spLocks noGrp="1"/>
          </p:cNvSpPr>
          <p:nvPr>
            <p:ph sz="half" idx="1"/>
          </p:nvPr>
        </p:nvSpPr>
        <p:spPr>
          <a:xfrm>
            <a:off x="4766733" y="1676400"/>
            <a:ext cx="6815667" cy="4572000"/>
          </a:xfrm>
        </p:spPr>
        <p:txBody>
          <a:bodyPr tIns="0" rtlCol="0"/>
          <a:lstStyle>
            <a:lvl1pPr>
              <a:defRPr sz="2800"/>
            </a:lvl1pPr>
            <a:lvl2pPr>
              <a:defRPr sz="2600"/>
            </a:lvl2pPr>
            <a:lvl3pPr>
              <a:defRPr sz="2400"/>
            </a:lvl3pPr>
            <a:lvl4pPr>
              <a:defRPr sz="2000"/>
            </a:lvl4pPr>
            <a:lvl5pPr>
              <a:defRPr sz="1800"/>
            </a:lvl5pPr>
          </a:lstStyle>
          <a:p>
            <a:pPr lvl="0" rtl="0" eaLnBrk="1" latinLnBrk="0" hangingPunct="1"/>
            <a:r>
              <a:rPr lang="ja-JP" altLang="en-US" noProof="0"/>
              <a:t>マスター テキストの書式設定</a:t>
            </a:r>
          </a:p>
          <a:p>
            <a:pPr lvl="1" rtl="0" eaLnBrk="1" latinLnBrk="0" hangingPunct="1"/>
            <a:r>
              <a:rPr lang="ja-JP" altLang="en-US" noProof="0"/>
              <a:t>第 </a:t>
            </a:r>
            <a:r>
              <a:rPr lang="en-US" altLang="ja-JP" noProof="0"/>
              <a:t>2 </a:t>
            </a:r>
            <a:r>
              <a:rPr lang="ja-JP" altLang="en-US" noProof="0"/>
              <a:t>レベル</a:t>
            </a:r>
          </a:p>
          <a:p>
            <a:pPr lvl="2" rtl="0" eaLnBrk="1" latinLnBrk="0" hangingPunct="1"/>
            <a:r>
              <a:rPr lang="ja-JP" altLang="en-US" noProof="0"/>
              <a:t>第 </a:t>
            </a:r>
            <a:r>
              <a:rPr lang="en-US" altLang="ja-JP" noProof="0"/>
              <a:t>3 </a:t>
            </a:r>
            <a:r>
              <a:rPr lang="ja-JP" altLang="en-US" noProof="0"/>
              <a:t>レベル</a:t>
            </a:r>
          </a:p>
          <a:p>
            <a:pPr lvl="3" rtl="0" eaLnBrk="1" latinLnBrk="0" hangingPunct="1"/>
            <a:r>
              <a:rPr lang="ja-JP" altLang="en-US" noProof="0"/>
              <a:t>第 </a:t>
            </a:r>
            <a:r>
              <a:rPr lang="en-US" altLang="ja-JP" noProof="0"/>
              <a:t>4 </a:t>
            </a:r>
            <a:r>
              <a:rPr lang="ja-JP" altLang="en-US" noProof="0"/>
              <a:t>レベル</a:t>
            </a:r>
          </a:p>
          <a:p>
            <a:pPr lvl="4" rtl="0" eaLnBrk="1" latinLnBrk="0" hangingPunct="1"/>
            <a:r>
              <a:rPr lang="ja-JP" altLang="en-US" noProof="0"/>
              <a:t>第 </a:t>
            </a:r>
            <a:r>
              <a:rPr lang="en-US" altLang="ja-JP" noProof="0"/>
              <a:t>5 </a:t>
            </a:r>
            <a:r>
              <a:rPr lang="ja-JP" altLang="en-US" noProof="0"/>
              <a:t>レベル</a:t>
            </a:r>
            <a:endParaRPr kumimoji="0" lang="ja-JP" altLang="en-US" noProof="0" dirty="0"/>
          </a:p>
        </p:txBody>
      </p:sp>
      <p:sp>
        <p:nvSpPr>
          <p:cNvPr id="3" name="テキスト プレースホルダー 2"/>
          <p:cNvSpPr>
            <a:spLocks noGrp="1"/>
          </p:cNvSpPr>
          <p:nvPr>
            <p:ph type="body" idx="2"/>
          </p:nvPr>
        </p:nvSpPr>
        <p:spPr>
          <a:xfrm>
            <a:off x="914400" y="1676400"/>
            <a:ext cx="3657600" cy="4572000"/>
          </a:xfrm>
        </p:spPr>
        <p:txBody>
          <a:bodyPr lIns="18288" rIns="18288" rtlCol="0"/>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rtl="0" eaLnBrk="1" latinLnBrk="0" hangingPunct="1"/>
            <a:r>
              <a:rPr lang="ja-JP" altLang="en-US" noProof="0"/>
              <a:t>マスター テキストの書式設定</a:t>
            </a:r>
          </a:p>
        </p:txBody>
      </p:sp>
      <p:sp>
        <p:nvSpPr>
          <p:cNvPr id="5" name="日付プレースホルダー 4"/>
          <p:cNvSpPr>
            <a:spLocks noGrp="1"/>
          </p:cNvSpPr>
          <p:nvPr>
            <p:ph type="dt" sz="half" idx="10"/>
          </p:nvPr>
        </p:nvSpPr>
        <p:spPr/>
        <p:txBody>
          <a:bodyPr rtlCol="0"/>
          <a:lstStyle/>
          <a:p>
            <a:pPr rtl="0"/>
            <a:fld id="{3DFAF4E1-8E5B-454D-966C-37225B9702A6}" type="datetime4">
              <a:rPr lang="ja-JP" altLang="en-US" smtClean="0"/>
              <a:t>2026年6月16日</a:t>
            </a:fld>
            <a:endParaRPr lang="en-US" dirty="0"/>
          </a:p>
        </p:txBody>
      </p:sp>
      <p:sp>
        <p:nvSpPr>
          <p:cNvPr id="6" name="フッター プレースホルダー 5"/>
          <p:cNvSpPr>
            <a:spLocks noGrp="1"/>
          </p:cNvSpPr>
          <p:nvPr>
            <p:ph type="ftr" sz="quarter" idx="11"/>
          </p:nvPr>
        </p:nvSpPr>
        <p:spPr/>
        <p:txBody>
          <a:bodyPr rtlCol="0"/>
          <a:lstStyle/>
          <a:p>
            <a:pPr rtl="0"/>
            <a:r>
              <a:rPr lang="ja-JP" altLang="en-US" noProof="0" dirty="0"/>
              <a:t>フッターを追加</a:t>
            </a:r>
          </a:p>
        </p:txBody>
      </p:sp>
      <p:sp>
        <p:nvSpPr>
          <p:cNvPr id="7" name="スライド番号プレースホルダー 6"/>
          <p:cNvSpPr>
            <a:spLocks noGrp="1"/>
          </p:cNvSpPr>
          <p:nvPr>
            <p:ph type="sldNum" sz="quarter" idx="12"/>
          </p:nvPr>
        </p:nvSpPr>
        <p:spPr/>
        <p:txBody>
          <a:bodyPr rtlCol="0"/>
          <a:lstStyle/>
          <a:p>
            <a:pPr rtl="0"/>
            <a:fld id="{401CF334-2D5C-4859-84A6-CA7E6E43FAEB}" type="slidenum">
              <a:rPr lang="en-US" altLang="ja-JP" noProof="0" smtClean="0"/>
              <a:t>‹#›</a:t>
            </a:fld>
            <a:endParaRPr lang="ja-JP" altLang="en-US" noProof="0" dirty="0"/>
          </a:p>
        </p:txBody>
      </p:sp>
    </p:spTree>
    <p:extLst>
      <p:ext uri="{BB962C8B-B14F-4D97-AF65-F5344CB8AC3E}">
        <p14:creationId xmlns:p14="http://schemas.microsoft.com/office/powerpoint/2010/main" val="1991926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キャプション付きの画像">
    <p:spTree>
      <p:nvGrpSpPr>
        <p:cNvPr id="1" name=""/>
        <p:cNvGrpSpPr/>
        <p:nvPr/>
      </p:nvGrpSpPr>
      <p:grpSpPr>
        <a:xfrm>
          <a:off x="0" y="0"/>
          <a:ext cx="0" cy="0"/>
          <a:chOff x="0" y="0"/>
          <a:chExt cx="0" cy="0"/>
        </a:xfrm>
      </p:grpSpPr>
      <p:sp>
        <p:nvSpPr>
          <p:cNvPr id="9" name="1 つの角を切り取って丸めた四角形 8"/>
          <p:cNvSpPr/>
          <p:nvPr/>
        </p:nvSpPr>
        <p:spPr>
          <a:xfrm rot="420000" flipV="1">
            <a:off x="4221004" y="1108077"/>
            <a:ext cx="70104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rtl="0" eaLnBrk="1" latinLnBrk="0" hangingPunct="1"/>
            <a:endParaRPr kumimoji="0" lang="ja-JP" altLang="en-US" sz="1800" noProof="0" dirty="0"/>
          </a:p>
        </p:txBody>
      </p:sp>
      <p:sp>
        <p:nvSpPr>
          <p:cNvPr id="12" name="直角三角形 11"/>
          <p:cNvSpPr/>
          <p:nvPr/>
        </p:nvSpPr>
        <p:spPr>
          <a:xfrm rot="420000" flipV="1">
            <a:off x="10672179" y="5359769"/>
            <a:ext cx="207264"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rtl="0" eaLnBrk="1" latinLnBrk="0" hangingPunct="1"/>
            <a:endParaRPr kumimoji="0" lang="ja-JP" altLang="en-US" sz="1800" noProof="0" dirty="0"/>
          </a:p>
        </p:txBody>
      </p:sp>
      <p:sp>
        <p:nvSpPr>
          <p:cNvPr id="2" name="タイトル 1"/>
          <p:cNvSpPr>
            <a:spLocks noGrp="1"/>
          </p:cNvSpPr>
          <p:nvPr>
            <p:ph type="title"/>
          </p:nvPr>
        </p:nvSpPr>
        <p:spPr>
          <a:xfrm>
            <a:off x="812800" y="1176997"/>
            <a:ext cx="2950464" cy="1582621"/>
          </a:xfrm>
        </p:spPr>
        <p:txBody>
          <a:bodyPr vert="horz" lIns="45720" tIns="45720" rIns="45720" bIns="45720" rtlCol="0" anchor="b"/>
          <a:lstStyle>
            <a:lvl1pPr algn="l">
              <a:buNone/>
              <a:defRPr sz="2000" b="1">
                <a:solidFill>
                  <a:schemeClr val="tx2"/>
                </a:solidFill>
              </a:defRPr>
            </a:lvl1pPr>
          </a:lstStyle>
          <a:p>
            <a:pPr rtl="0"/>
            <a:r>
              <a:rPr lang="ja-JP" altLang="en-US" noProof="0"/>
              <a:t>マスター タイトルの書式設定</a:t>
            </a:r>
            <a:endParaRPr kumimoji="0" lang="ja-JP" altLang="en-US" noProof="0" dirty="0"/>
          </a:p>
        </p:txBody>
      </p:sp>
      <p:sp>
        <p:nvSpPr>
          <p:cNvPr id="3" name="図プレースホルダー 2" descr="画像を追加する空のプレースホルダー。プレースホルダーをクリックし、追加する画像を選択します"/>
          <p:cNvSpPr>
            <a:spLocks noGrp="1"/>
          </p:cNvSpPr>
          <p:nvPr>
            <p:ph type="pic" idx="1"/>
          </p:nvPr>
        </p:nvSpPr>
        <p:spPr>
          <a:xfrm rot="420000">
            <a:off x="4647724" y="1199517"/>
            <a:ext cx="6156960" cy="3931920"/>
          </a:xfrm>
          <a:prstGeom prst="rect">
            <a:avLst/>
          </a:prstGeom>
          <a:solidFill>
            <a:schemeClr val="bg2"/>
          </a:solidFill>
          <a:ln w="3000" cap="rnd">
            <a:solidFill>
              <a:srgbClr val="C0C0C0"/>
            </a:solidFill>
            <a:round/>
          </a:ln>
          <a:effectLst/>
        </p:spPr>
        <p:txBody>
          <a:bodyPr rtlCol="0"/>
          <a:lstStyle>
            <a:lvl1pPr marL="0" indent="0">
              <a:buNone/>
              <a:defRPr sz="3200"/>
            </a:lvl1pPr>
          </a:lstStyle>
          <a:p>
            <a:pPr rtl="0"/>
            <a:r>
              <a:rPr lang="ja-JP" altLang="en-US" noProof="0"/>
              <a:t>アイコンをクリックして図を追加</a:t>
            </a:r>
            <a:endParaRPr kumimoji="0" lang="ja-JP" altLang="en-US" noProof="0" dirty="0"/>
          </a:p>
        </p:txBody>
      </p:sp>
      <p:sp>
        <p:nvSpPr>
          <p:cNvPr id="4" name="テキスト プレースホルダー 3"/>
          <p:cNvSpPr>
            <a:spLocks noGrp="1"/>
          </p:cNvSpPr>
          <p:nvPr>
            <p:ph type="body" sz="half" idx="2"/>
          </p:nvPr>
        </p:nvSpPr>
        <p:spPr>
          <a:xfrm>
            <a:off x="812800" y="2828785"/>
            <a:ext cx="2946400" cy="2179320"/>
          </a:xfrm>
        </p:spPr>
        <p:txBody>
          <a:bodyPr lIns="64008" rIns="45720" bIns="45720" rtlCol="0" anchor="t"/>
          <a:lstStyle>
            <a:lvl1pPr marL="0" indent="0" algn="l">
              <a:spcBef>
                <a:spcPts val="250"/>
              </a:spcBef>
              <a:buFontTx/>
              <a:buNone/>
              <a:defRPr sz="1300"/>
            </a:lvl1pPr>
            <a:lvl2pPr>
              <a:defRPr sz="1200"/>
            </a:lvl2pPr>
            <a:lvl3pPr>
              <a:defRPr sz="1000"/>
            </a:lvl3pPr>
            <a:lvl4pPr>
              <a:defRPr sz="900"/>
            </a:lvl4pPr>
            <a:lvl5pPr>
              <a:defRPr sz="900"/>
            </a:lvl5pPr>
          </a:lstStyle>
          <a:p>
            <a:pPr lvl="0" rtl="0" eaLnBrk="1" latinLnBrk="0" hangingPunct="1"/>
            <a:r>
              <a:rPr lang="ja-JP" altLang="en-US" noProof="0"/>
              <a:t>マスター テキストの書式設定</a:t>
            </a:r>
          </a:p>
        </p:txBody>
      </p:sp>
      <p:sp>
        <p:nvSpPr>
          <p:cNvPr id="5" name="日付プレースホルダー 4"/>
          <p:cNvSpPr>
            <a:spLocks noGrp="1"/>
          </p:cNvSpPr>
          <p:nvPr>
            <p:ph type="dt" sz="half" idx="10"/>
          </p:nvPr>
        </p:nvSpPr>
        <p:spPr/>
        <p:txBody>
          <a:bodyPr rtlCol="0"/>
          <a:lstStyle/>
          <a:p>
            <a:pPr rtl="0"/>
            <a:fld id="{3BA228A8-1DDA-4C9E-B7BB-B3D4A4576159}" type="datetime4">
              <a:rPr lang="ja-JP" altLang="en-US" smtClean="0"/>
              <a:t>2026年6月16日</a:t>
            </a:fld>
            <a:endParaRPr lang="en-US"/>
          </a:p>
        </p:txBody>
      </p:sp>
      <p:sp>
        <p:nvSpPr>
          <p:cNvPr id="6" name="フッター プレースホルダー 5"/>
          <p:cNvSpPr>
            <a:spLocks noGrp="1"/>
          </p:cNvSpPr>
          <p:nvPr>
            <p:ph type="ftr" sz="quarter" idx="11"/>
          </p:nvPr>
        </p:nvSpPr>
        <p:spPr/>
        <p:txBody>
          <a:bodyPr rtlCol="0"/>
          <a:lstStyle/>
          <a:p>
            <a:pPr rtl="0"/>
            <a:r>
              <a:rPr lang="ja-JP" altLang="en-US" noProof="0" dirty="0"/>
              <a:t>フッターを追加</a:t>
            </a:r>
          </a:p>
        </p:txBody>
      </p:sp>
      <p:sp>
        <p:nvSpPr>
          <p:cNvPr id="7" name="スライド番号プレースホルダー 6"/>
          <p:cNvSpPr>
            <a:spLocks noGrp="1"/>
          </p:cNvSpPr>
          <p:nvPr>
            <p:ph type="sldNum" sz="quarter" idx="12"/>
          </p:nvPr>
        </p:nvSpPr>
        <p:spPr>
          <a:xfrm>
            <a:off x="10769600" y="6356351"/>
            <a:ext cx="812800" cy="365125"/>
          </a:xfrm>
        </p:spPr>
        <p:txBody>
          <a:bodyPr rtlCol="0"/>
          <a:lstStyle/>
          <a:p>
            <a:pPr rtl="0"/>
            <a:fld id="{401CF334-2D5C-4859-84A6-CA7E6E43FAEB}" type="slidenum">
              <a:rPr lang="en-US" altLang="ja-JP" noProof="0" smtClean="0"/>
              <a:t>‹#›</a:t>
            </a:fld>
            <a:endParaRPr lang="ja-JP" altLang="en-US" noProof="0" dirty="0"/>
          </a:p>
        </p:txBody>
      </p:sp>
      <p:sp>
        <p:nvSpPr>
          <p:cNvPr id="10" name="フリーフォーム 9"/>
          <p:cNvSpPr>
            <a:spLocks/>
          </p:cNvSpPr>
          <p:nvPr/>
        </p:nvSpPr>
        <p:spPr bwMode="auto">
          <a:xfrm flipV="1">
            <a:off x="-12700" y="5816600"/>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rtlCol="0" anchor="t" compatLnSpc="1"/>
          <a:lstStyle/>
          <a:p>
            <a:pPr marL="0" algn="l" rtl="0" eaLnBrk="1" latinLnBrk="0" hangingPunct="1"/>
            <a:endParaRPr kumimoji="0" lang="ja-JP" altLang="en-US" sz="1800" noProof="0" dirty="0">
              <a:solidFill>
                <a:schemeClr val="tx1"/>
              </a:solidFill>
              <a:latin typeface="+mn-lt"/>
              <a:ea typeface="+mn-ea"/>
              <a:cs typeface="+mn-cs"/>
            </a:endParaRPr>
          </a:p>
        </p:txBody>
      </p:sp>
      <p:sp>
        <p:nvSpPr>
          <p:cNvPr id="11" name="フリーフォーム 10"/>
          <p:cNvSpPr>
            <a:spLocks/>
          </p:cNvSpPr>
          <p:nvPr/>
        </p:nvSpPr>
        <p:spPr bwMode="auto">
          <a:xfrm flipV="1">
            <a:off x="5842000" y="6219826"/>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rtlCol="0" anchor="t" compatLnSpc="1"/>
          <a:lstStyle/>
          <a:p>
            <a:pPr marL="0" algn="l" rtl="0" eaLnBrk="1" latinLnBrk="0" hangingPunct="1"/>
            <a:endParaRPr kumimoji="0" lang="ja-JP" altLang="en-US" sz="1800" noProof="0" dirty="0">
              <a:solidFill>
                <a:schemeClr val="tx1"/>
              </a:solidFill>
              <a:latin typeface="+mn-lt"/>
              <a:ea typeface="+mn-ea"/>
              <a:cs typeface="+mn-cs"/>
            </a:endParaRPr>
          </a:p>
        </p:txBody>
      </p:sp>
    </p:spTree>
    <p:extLst>
      <p:ext uri="{BB962C8B-B14F-4D97-AF65-F5344CB8AC3E}">
        <p14:creationId xmlns:p14="http://schemas.microsoft.com/office/powerpoint/2010/main" val="2519624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rtlCol="0"/>
          <a:lstStyle/>
          <a:p>
            <a:pPr rtl="0"/>
            <a:r>
              <a:rPr lang="ja-JP" altLang="en-US" noProof="0"/>
              <a:t>マスター タイトルの書式設定</a:t>
            </a:r>
            <a:endParaRPr kumimoji="0" lang="ja-JP" altLang="en-US" noProof="0" dirty="0"/>
          </a:p>
        </p:txBody>
      </p:sp>
      <p:sp>
        <p:nvSpPr>
          <p:cNvPr id="3" name="縦書きテキスト プレースホルダー 2"/>
          <p:cNvSpPr>
            <a:spLocks noGrp="1"/>
          </p:cNvSpPr>
          <p:nvPr>
            <p:ph type="body" orient="vert" idx="1" hasCustomPrompt="1"/>
          </p:nvPr>
        </p:nvSpPr>
        <p:spPr/>
        <p:txBody>
          <a:bodyPr vert="eaVert" rtlCol="0"/>
          <a:lstStyle/>
          <a:p>
            <a:pPr lvl="0" rtl="0" eaLnBrk="1" latinLnBrk="0" hangingPunct="1"/>
            <a:r>
              <a:rPr lang="ja-JP" altLang="en-US" noProof="0" dirty="0"/>
              <a:t>クリックしてマスター テキストのスタイルを編集</a:t>
            </a:r>
          </a:p>
          <a:p>
            <a:pPr lvl="1"/>
            <a:r>
              <a:rPr kumimoji="1" lang="ja-JP" altLang="en-US" noProof="0" dirty="0"/>
              <a:t>第 </a:t>
            </a:r>
            <a:r>
              <a:rPr kumimoji="1" lang="en-US" altLang="ja-JP" noProof="0" dirty="0"/>
              <a:t>2 </a:t>
            </a:r>
            <a:r>
              <a:rPr kumimoji="1" lang="ja-JP" altLang="en-US" noProof="0" dirty="0"/>
              <a:t>レベル</a:t>
            </a:r>
          </a:p>
          <a:p>
            <a:pPr lvl="2"/>
            <a:r>
              <a:rPr kumimoji="1" lang="ja-JP" altLang="en-US" noProof="0" dirty="0"/>
              <a:t>第 </a:t>
            </a:r>
            <a:r>
              <a:rPr kumimoji="1" lang="en-US" altLang="ja-JP" noProof="0" dirty="0"/>
              <a:t>3 </a:t>
            </a:r>
            <a:r>
              <a:rPr kumimoji="1" lang="ja-JP" altLang="en-US" noProof="0" dirty="0"/>
              <a:t>レベル</a:t>
            </a:r>
          </a:p>
          <a:p>
            <a:pPr lvl="3"/>
            <a:r>
              <a:rPr kumimoji="1" lang="ja-JP" altLang="en-US" noProof="0" dirty="0"/>
              <a:t>第 </a:t>
            </a:r>
            <a:r>
              <a:rPr kumimoji="1" lang="en-US" altLang="ja-JP" noProof="0" dirty="0"/>
              <a:t>4 </a:t>
            </a:r>
            <a:r>
              <a:rPr kumimoji="1" lang="ja-JP" altLang="en-US" noProof="0" dirty="0"/>
              <a:t>レベル</a:t>
            </a:r>
          </a:p>
          <a:p>
            <a:pPr lvl="4"/>
            <a:r>
              <a:rPr kumimoji="1" lang="ja-JP" altLang="en-US" noProof="0" dirty="0"/>
              <a:t>第 </a:t>
            </a:r>
            <a:r>
              <a:rPr kumimoji="1" lang="en-US" altLang="ja-JP" noProof="0" dirty="0"/>
              <a:t>5 </a:t>
            </a:r>
            <a:r>
              <a:rPr kumimoji="1" lang="ja-JP" altLang="en-US" noProof="0" dirty="0"/>
              <a:t>レベル</a:t>
            </a:r>
          </a:p>
        </p:txBody>
      </p:sp>
      <p:sp>
        <p:nvSpPr>
          <p:cNvPr id="4" name="日付プレースホルダー 3"/>
          <p:cNvSpPr>
            <a:spLocks noGrp="1"/>
          </p:cNvSpPr>
          <p:nvPr>
            <p:ph type="dt" sz="half" idx="10"/>
          </p:nvPr>
        </p:nvSpPr>
        <p:spPr/>
        <p:txBody>
          <a:bodyPr rtlCol="0"/>
          <a:lstStyle/>
          <a:p>
            <a:pPr rtl="0"/>
            <a:fld id="{0189D195-22A8-4E03-A4C1-FF558F7B427F}" type="datetime4">
              <a:rPr lang="ja-JP" altLang="en-US" smtClean="0"/>
              <a:t>2026年6月16日</a:t>
            </a:fld>
            <a:endParaRPr lang="en-US" dirty="0"/>
          </a:p>
        </p:txBody>
      </p:sp>
      <p:sp>
        <p:nvSpPr>
          <p:cNvPr id="5" name="フッター プレースホルダー 4"/>
          <p:cNvSpPr>
            <a:spLocks noGrp="1"/>
          </p:cNvSpPr>
          <p:nvPr>
            <p:ph type="ftr" sz="quarter" idx="11"/>
          </p:nvPr>
        </p:nvSpPr>
        <p:spPr/>
        <p:txBody>
          <a:bodyPr rtlCol="0"/>
          <a:lstStyle/>
          <a:p>
            <a:pPr rtl="0"/>
            <a:r>
              <a:rPr lang="ja-JP" altLang="en-US" noProof="0" dirty="0"/>
              <a:t>フッターを追加</a:t>
            </a:r>
          </a:p>
        </p:txBody>
      </p:sp>
      <p:sp>
        <p:nvSpPr>
          <p:cNvPr id="6" name="スライド番号プレースホルダー 5"/>
          <p:cNvSpPr>
            <a:spLocks noGrp="1"/>
          </p:cNvSpPr>
          <p:nvPr>
            <p:ph type="sldNum" sz="quarter" idx="12"/>
          </p:nvPr>
        </p:nvSpPr>
        <p:spPr/>
        <p:txBody>
          <a:bodyPr rtlCol="0"/>
          <a:lstStyle/>
          <a:p>
            <a:pPr rtl="0"/>
            <a:fld id="{401CF334-2D5C-4859-84A6-CA7E6E43FAEB}" type="slidenum">
              <a:rPr lang="en-US" altLang="ja-JP" noProof="0" smtClean="0"/>
              <a:t>‹#›</a:t>
            </a:fld>
            <a:endParaRPr lang="ja-JP" altLang="en-US" noProof="0" dirty="0"/>
          </a:p>
        </p:txBody>
      </p:sp>
    </p:spTree>
    <p:extLst>
      <p:ext uri="{BB962C8B-B14F-4D97-AF65-F5344CB8AC3E}">
        <p14:creationId xmlns:p14="http://schemas.microsoft.com/office/powerpoint/2010/main" val="877777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839200" y="914402"/>
            <a:ext cx="2743200" cy="5211763"/>
          </a:xfrm>
        </p:spPr>
        <p:txBody>
          <a:bodyPr vert="eaVert" rtlCol="0"/>
          <a:lstStyle/>
          <a:p>
            <a:pPr rtl="0"/>
            <a:r>
              <a:rPr lang="ja-JP" altLang="en-US" noProof="0"/>
              <a:t>マスター タイトルの書式設定</a:t>
            </a:r>
            <a:endParaRPr kumimoji="0" lang="ja-JP" altLang="en-US" noProof="0" dirty="0"/>
          </a:p>
        </p:txBody>
      </p:sp>
      <p:sp>
        <p:nvSpPr>
          <p:cNvPr id="3" name="縦書きテキスト プレースホルダー 2"/>
          <p:cNvSpPr>
            <a:spLocks noGrp="1"/>
          </p:cNvSpPr>
          <p:nvPr>
            <p:ph type="body" orient="vert" idx="1" hasCustomPrompt="1"/>
          </p:nvPr>
        </p:nvSpPr>
        <p:spPr>
          <a:xfrm>
            <a:off x="609600" y="914402"/>
            <a:ext cx="8026400" cy="5211763"/>
          </a:xfrm>
        </p:spPr>
        <p:txBody>
          <a:bodyPr vert="eaVert" rtlCol="0"/>
          <a:lstStyle/>
          <a:p>
            <a:pPr lvl="0" rtl="0" eaLnBrk="1" latinLnBrk="0" hangingPunct="1"/>
            <a:r>
              <a:rPr lang="ja-JP" altLang="en-US" noProof="0" dirty="0"/>
              <a:t>クリックしてマスター テキストのスタイルを編集</a:t>
            </a:r>
          </a:p>
          <a:p>
            <a:pPr lvl="1"/>
            <a:r>
              <a:rPr kumimoji="1" lang="ja-JP" altLang="en-US" noProof="0" dirty="0"/>
              <a:t>第 </a:t>
            </a:r>
            <a:r>
              <a:rPr kumimoji="1" lang="en-US" altLang="ja-JP" noProof="0" dirty="0"/>
              <a:t>2 </a:t>
            </a:r>
            <a:r>
              <a:rPr kumimoji="1" lang="ja-JP" altLang="en-US" noProof="0" dirty="0"/>
              <a:t>レベル</a:t>
            </a:r>
          </a:p>
          <a:p>
            <a:pPr lvl="2"/>
            <a:r>
              <a:rPr kumimoji="1" lang="ja-JP" altLang="en-US" noProof="0" dirty="0"/>
              <a:t>第 </a:t>
            </a:r>
            <a:r>
              <a:rPr kumimoji="1" lang="en-US" altLang="ja-JP" noProof="0" dirty="0"/>
              <a:t>3 </a:t>
            </a:r>
            <a:r>
              <a:rPr kumimoji="1" lang="ja-JP" altLang="en-US" noProof="0" dirty="0"/>
              <a:t>レベル</a:t>
            </a:r>
          </a:p>
          <a:p>
            <a:pPr lvl="3"/>
            <a:r>
              <a:rPr kumimoji="1" lang="ja-JP" altLang="en-US" noProof="0" dirty="0"/>
              <a:t>第 </a:t>
            </a:r>
            <a:r>
              <a:rPr kumimoji="1" lang="en-US" altLang="ja-JP" noProof="0" dirty="0"/>
              <a:t>4 </a:t>
            </a:r>
            <a:r>
              <a:rPr kumimoji="1" lang="ja-JP" altLang="en-US" noProof="0" dirty="0"/>
              <a:t>レベル</a:t>
            </a:r>
          </a:p>
          <a:p>
            <a:pPr lvl="4"/>
            <a:r>
              <a:rPr kumimoji="1" lang="ja-JP" altLang="en-US" noProof="0" dirty="0"/>
              <a:t>第 </a:t>
            </a:r>
            <a:r>
              <a:rPr kumimoji="1" lang="en-US" altLang="ja-JP" noProof="0" dirty="0"/>
              <a:t>5 </a:t>
            </a:r>
            <a:r>
              <a:rPr kumimoji="1" lang="ja-JP" altLang="en-US" noProof="0" dirty="0"/>
              <a:t>レベル</a:t>
            </a:r>
          </a:p>
        </p:txBody>
      </p:sp>
      <p:sp>
        <p:nvSpPr>
          <p:cNvPr id="4" name="日付プレースホルダー 3"/>
          <p:cNvSpPr>
            <a:spLocks noGrp="1"/>
          </p:cNvSpPr>
          <p:nvPr>
            <p:ph type="dt" sz="half" idx="10"/>
          </p:nvPr>
        </p:nvSpPr>
        <p:spPr/>
        <p:txBody>
          <a:bodyPr rtlCol="0"/>
          <a:lstStyle/>
          <a:p>
            <a:pPr rtl="0"/>
            <a:fld id="{A59B777F-2BA6-42C0-83EF-2CC97DD0D6E7}" type="datetime4">
              <a:rPr lang="ja-JP" altLang="en-US" smtClean="0"/>
              <a:t>2026年6月16日</a:t>
            </a:fld>
            <a:endParaRPr lang="en-US" dirty="0"/>
          </a:p>
        </p:txBody>
      </p:sp>
      <p:sp>
        <p:nvSpPr>
          <p:cNvPr id="5" name="フッター プレースホルダー 4"/>
          <p:cNvSpPr>
            <a:spLocks noGrp="1"/>
          </p:cNvSpPr>
          <p:nvPr>
            <p:ph type="ftr" sz="quarter" idx="11"/>
          </p:nvPr>
        </p:nvSpPr>
        <p:spPr/>
        <p:txBody>
          <a:bodyPr rtlCol="0"/>
          <a:lstStyle/>
          <a:p>
            <a:pPr rtl="0"/>
            <a:r>
              <a:rPr lang="ja-JP" altLang="en-US" noProof="0" dirty="0"/>
              <a:t>フッターを追加</a:t>
            </a:r>
          </a:p>
        </p:txBody>
      </p:sp>
      <p:sp>
        <p:nvSpPr>
          <p:cNvPr id="6" name="スライド番号プレースホルダー 5"/>
          <p:cNvSpPr>
            <a:spLocks noGrp="1"/>
          </p:cNvSpPr>
          <p:nvPr>
            <p:ph type="sldNum" sz="quarter" idx="12"/>
          </p:nvPr>
        </p:nvSpPr>
        <p:spPr/>
        <p:txBody>
          <a:bodyPr rtlCol="0"/>
          <a:lstStyle/>
          <a:p>
            <a:pPr rtl="0"/>
            <a:fld id="{401CF334-2D5C-4859-84A6-CA7E6E43FAEB}" type="slidenum">
              <a:rPr lang="en-US" altLang="ja-JP" noProof="0" smtClean="0"/>
              <a:t>‹#›</a:t>
            </a:fld>
            <a:endParaRPr lang="ja-JP" altLang="en-US" noProof="0" dirty="0"/>
          </a:p>
        </p:txBody>
      </p:sp>
    </p:spTree>
    <p:extLst>
      <p:ext uri="{BB962C8B-B14F-4D97-AF65-F5344CB8AC3E}">
        <p14:creationId xmlns:p14="http://schemas.microsoft.com/office/powerpoint/2010/main" val="3369754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25" name="グループ 24"/>
          <p:cNvGrpSpPr/>
          <p:nvPr/>
        </p:nvGrpSpPr>
        <p:grpSpPr>
          <a:xfrm>
            <a:off x="-29028" y="-7144"/>
            <a:ext cx="12240731" cy="6879658"/>
            <a:chOff x="0" y="-21658"/>
            <a:chExt cx="12240731" cy="6879658"/>
          </a:xfrm>
        </p:grpSpPr>
        <p:sp>
          <p:nvSpPr>
            <p:cNvPr id="26" name="長方形 25"/>
            <p:cNvSpPr/>
            <p:nvPr/>
          </p:nvSpPr>
          <p:spPr>
            <a:xfrm>
              <a:off x="31633" y="0"/>
              <a:ext cx="1218895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ja-JP" altLang="en-US" noProof="0" dirty="0"/>
            </a:p>
          </p:txBody>
        </p:sp>
        <p:grpSp>
          <p:nvGrpSpPr>
            <p:cNvPr id="27" name="グループ 26"/>
            <p:cNvGrpSpPr/>
            <p:nvPr/>
          </p:nvGrpSpPr>
          <p:grpSpPr>
            <a:xfrm>
              <a:off x="0" y="-21658"/>
              <a:ext cx="12240731" cy="1041400"/>
              <a:chOff x="-25356" y="-7144"/>
              <a:chExt cx="12240731" cy="1041400"/>
            </a:xfrm>
          </p:grpSpPr>
          <p:sp>
            <p:nvSpPr>
              <p:cNvPr id="28" name="フリーフォーム 27"/>
              <p:cNvSpPr>
                <a:spLocks/>
              </p:cNvSpPr>
              <p:nvPr/>
            </p:nvSpPr>
            <p:spPr bwMode="auto">
              <a:xfrm>
                <a:off x="-12700" y="-7144"/>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rtlCol="0" anchor="t" compatLnSpc="1"/>
              <a:lstStyle/>
              <a:p>
                <a:pPr marL="0" algn="l" rtl="0" eaLnBrk="1" latinLnBrk="0" hangingPunct="1"/>
                <a:endParaRPr kumimoji="0" lang="ja-JP" altLang="en-US" sz="1800" noProof="0" dirty="0">
                  <a:solidFill>
                    <a:schemeClr val="tx1"/>
                  </a:solidFill>
                  <a:latin typeface="+mn-lt"/>
                  <a:ea typeface="+mn-ea"/>
                  <a:cs typeface="+mn-cs"/>
                </a:endParaRPr>
              </a:p>
            </p:txBody>
          </p:sp>
          <p:sp>
            <p:nvSpPr>
              <p:cNvPr id="29" name="フリーフォーム 28"/>
              <p:cNvSpPr>
                <a:spLocks/>
              </p:cNvSpPr>
              <p:nvPr/>
            </p:nvSpPr>
            <p:spPr bwMode="auto">
              <a:xfrm>
                <a:off x="5842000" y="-7144"/>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rtlCol="0" anchor="t" compatLnSpc="1"/>
              <a:lstStyle/>
              <a:p>
                <a:pPr marL="0" algn="l" rtl="0" eaLnBrk="1" latinLnBrk="0" hangingPunct="1"/>
                <a:endParaRPr kumimoji="0" lang="ja-JP" altLang="en-US" sz="1800" noProof="0" dirty="0">
                  <a:solidFill>
                    <a:schemeClr val="tx1"/>
                  </a:solidFill>
                  <a:latin typeface="+mn-lt"/>
                  <a:ea typeface="+mn-ea"/>
                  <a:cs typeface="+mn-cs"/>
                </a:endParaRPr>
              </a:p>
            </p:txBody>
          </p:sp>
          <p:grpSp>
            <p:nvGrpSpPr>
              <p:cNvPr id="31" name="グループ 30"/>
              <p:cNvGrpSpPr/>
              <p:nvPr/>
            </p:nvGrpSpPr>
            <p:grpSpPr>
              <a:xfrm>
                <a:off x="-25356" y="202408"/>
                <a:ext cx="12240731" cy="649224"/>
                <a:chOff x="-19045" y="216550"/>
                <a:chExt cx="9180548" cy="649224"/>
              </a:xfrm>
            </p:grpSpPr>
            <p:sp>
              <p:nvSpPr>
                <p:cNvPr id="32" name="フリーフォーム 3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rtlCol="0" anchor="t" compatLnSpc="1"/>
                <a:lstStyle/>
                <a:p>
                  <a:pPr rtl="0"/>
                  <a:endParaRPr kumimoji="0" lang="ja-JP" altLang="en-US" sz="1800" noProof="0" dirty="0"/>
                </a:p>
              </p:txBody>
            </p:sp>
            <p:sp>
              <p:nvSpPr>
                <p:cNvPr id="33" name="フリーフォーム 3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rtlCol="0" anchor="t" compatLnSpc="1"/>
                <a:lstStyle/>
                <a:p>
                  <a:pPr rtl="0"/>
                  <a:endParaRPr kumimoji="0" lang="ja-JP" altLang="en-US" sz="1800" noProof="0" dirty="0"/>
                </a:p>
              </p:txBody>
            </p:sp>
          </p:grpSp>
        </p:grpSp>
      </p:grpSp>
      <p:sp>
        <p:nvSpPr>
          <p:cNvPr id="9" name="タイトル プレースホルダー 8"/>
          <p:cNvSpPr>
            <a:spLocks noGrp="1"/>
          </p:cNvSpPr>
          <p:nvPr>
            <p:ph type="title"/>
          </p:nvPr>
        </p:nvSpPr>
        <p:spPr>
          <a:xfrm>
            <a:off x="609600" y="704088"/>
            <a:ext cx="10972800" cy="1143000"/>
          </a:xfrm>
          <a:prstGeom prst="rect">
            <a:avLst/>
          </a:prstGeom>
        </p:spPr>
        <p:txBody>
          <a:bodyPr vert="horz" lIns="0" rIns="0" bIns="0" rtlCol="0" anchor="b">
            <a:normAutofit/>
          </a:bodyPr>
          <a:lstStyle/>
          <a:p>
            <a:pPr rtl="0"/>
            <a:r>
              <a:rPr lang="ja-JP" altLang="en-US" noProof="0" dirty="0"/>
              <a:t>クリックしてマスター タイトルのスタイルを編集</a:t>
            </a:r>
            <a:endParaRPr kumimoji="0" lang="ja-JP" altLang="en-US" noProof="0" dirty="0"/>
          </a:p>
        </p:txBody>
      </p:sp>
      <p:sp>
        <p:nvSpPr>
          <p:cNvPr id="30" name="テキスト プレースホルダー 29"/>
          <p:cNvSpPr>
            <a:spLocks noGrp="1"/>
          </p:cNvSpPr>
          <p:nvPr>
            <p:ph type="body" idx="1"/>
          </p:nvPr>
        </p:nvSpPr>
        <p:spPr>
          <a:xfrm>
            <a:off x="609600" y="1935480"/>
            <a:ext cx="10972800" cy="4343400"/>
          </a:xfrm>
          <a:prstGeom prst="rect">
            <a:avLst/>
          </a:prstGeom>
        </p:spPr>
        <p:txBody>
          <a:bodyPr vert="horz" rtlCol="0">
            <a:normAutofit/>
          </a:bodyPr>
          <a:lstStyle/>
          <a:p>
            <a:pPr lvl="0" rtl="0" eaLnBrk="1" latinLnBrk="0" hangingPunct="1"/>
            <a:r>
              <a:rPr lang="ja-JP" altLang="en-US" noProof="0" dirty="0"/>
              <a:t>クリックしてマスター テキストのスタイルを編集</a:t>
            </a:r>
          </a:p>
          <a:p>
            <a:pPr lvl="1" rtl="0" eaLnBrk="1" latinLnBrk="0" hangingPunct="1"/>
            <a:r>
              <a:rPr lang="ja-JP" altLang="en-US" noProof="0" dirty="0"/>
              <a:t>第 </a:t>
            </a:r>
            <a:r>
              <a:rPr lang="en-US" altLang="ja-JP" noProof="0" dirty="0"/>
              <a:t>2 </a:t>
            </a:r>
            <a:r>
              <a:rPr lang="ja-JP" altLang="en-US" noProof="0" dirty="0"/>
              <a:t>レベル</a:t>
            </a:r>
          </a:p>
          <a:p>
            <a:pPr lvl="2" rtl="0" eaLnBrk="1" latinLnBrk="0" hangingPunct="1"/>
            <a:r>
              <a:rPr lang="ja-JP" altLang="en-US" noProof="0" dirty="0"/>
              <a:t>第 </a:t>
            </a:r>
            <a:r>
              <a:rPr lang="en-US" altLang="ja-JP" noProof="0" dirty="0"/>
              <a:t>3 </a:t>
            </a:r>
            <a:r>
              <a:rPr lang="ja-JP" altLang="en-US" noProof="0" dirty="0"/>
              <a:t>レベル</a:t>
            </a:r>
          </a:p>
          <a:p>
            <a:pPr lvl="3" rtl="0" eaLnBrk="1" latinLnBrk="0" hangingPunct="1"/>
            <a:r>
              <a:rPr lang="ja-JP" altLang="en-US" noProof="0" dirty="0"/>
              <a:t>第 </a:t>
            </a:r>
            <a:r>
              <a:rPr lang="en-US" altLang="ja-JP" noProof="0" dirty="0"/>
              <a:t>4 </a:t>
            </a:r>
            <a:r>
              <a:rPr lang="ja-JP" altLang="en-US" noProof="0" dirty="0"/>
              <a:t>レベル</a:t>
            </a:r>
          </a:p>
          <a:p>
            <a:pPr lvl="4" rtl="0" eaLnBrk="1" latinLnBrk="0" hangingPunct="1"/>
            <a:r>
              <a:rPr lang="ja-JP" altLang="en-US" noProof="0" dirty="0"/>
              <a:t>第 </a:t>
            </a:r>
            <a:r>
              <a:rPr lang="en-US" altLang="ja-JP" noProof="0" dirty="0"/>
              <a:t>5 </a:t>
            </a:r>
            <a:r>
              <a:rPr lang="ja-JP" altLang="en-US" noProof="0" dirty="0"/>
              <a:t>レベル</a:t>
            </a:r>
          </a:p>
        </p:txBody>
      </p:sp>
      <p:sp>
        <p:nvSpPr>
          <p:cNvPr id="10" name="日付プレースホルダー 9"/>
          <p:cNvSpPr>
            <a:spLocks noGrp="1"/>
          </p:cNvSpPr>
          <p:nvPr>
            <p:ph type="dt" sz="half" idx="2"/>
          </p:nvPr>
        </p:nvSpPr>
        <p:spPr>
          <a:xfrm>
            <a:off x="609600" y="6356351"/>
            <a:ext cx="2844800" cy="365125"/>
          </a:xfrm>
          <a:prstGeom prst="rect">
            <a:avLst/>
          </a:prstGeom>
        </p:spPr>
        <p:txBody>
          <a:bodyPr vert="horz" lIns="0" tIns="0" rIns="0" bIns="0" rtlCol="0" anchor="b"/>
          <a:lstStyle>
            <a:lvl1pPr algn="l" eaLnBrk="1" latinLnBrk="0" hangingPunct="1">
              <a:defRPr kumimoji="0" sz="1100">
                <a:solidFill>
                  <a:schemeClr val="tx1"/>
                </a:solidFill>
                <a:latin typeface="ＭＳ 明朝" panose="02020609040205080304" pitchFamily="17" charset="-128"/>
                <a:ea typeface="ＭＳ 明朝" panose="02020609040205080304" pitchFamily="17" charset="-128"/>
              </a:defRPr>
            </a:lvl1pPr>
          </a:lstStyle>
          <a:p>
            <a:fld id="{196E8732-2B4B-4F0A-8362-53F7A7DF2931}" type="datetime4">
              <a:rPr lang="ja-JP" altLang="en-US" smtClean="0"/>
              <a:t>2026年6月16日</a:t>
            </a:fld>
            <a:endParaRPr lang="en-US" dirty="0"/>
          </a:p>
        </p:txBody>
      </p:sp>
      <p:sp>
        <p:nvSpPr>
          <p:cNvPr id="22" name="フッター プレースホルダー 21"/>
          <p:cNvSpPr>
            <a:spLocks noGrp="1"/>
          </p:cNvSpPr>
          <p:nvPr>
            <p:ph type="ftr" sz="quarter" idx="3"/>
          </p:nvPr>
        </p:nvSpPr>
        <p:spPr>
          <a:xfrm>
            <a:off x="3556000" y="6356351"/>
            <a:ext cx="4470400" cy="365125"/>
          </a:xfrm>
          <a:prstGeom prst="rect">
            <a:avLst/>
          </a:prstGeom>
        </p:spPr>
        <p:txBody>
          <a:bodyPr vert="horz" lIns="0" tIns="0" rIns="0" bIns="0" rtlCol="0" anchor="b"/>
          <a:lstStyle>
            <a:lvl1pPr algn="l" eaLnBrk="1" latinLnBrk="0" hangingPunct="1">
              <a:defRPr kumimoji="0" sz="1100">
                <a:solidFill>
                  <a:schemeClr val="tx1"/>
                </a:solidFill>
                <a:latin typeface="ＭＳ 明朝" panose="02020609040205080304" pitchFamily="17" charset="-128"/>
                <a:ea typeface="ＭＳ 明朝" panose="02020609040205080304" pitchFamily="17" charset="-128"/>
              </a:defRPr>
            </a:lvl1pPr>
          </a:lstStyle>
          <a:p>
            <a:r>
              <a:rPr lang="ja-JP" altLang="en-US" noProof="0" dirty="0"/>
              <a:t>フッターを追加</a:t>
            </a:r>
          </a:p>
        </p:txBody>
      </p:sp>
      <p:sp>
        <p:nvSpPr>
          <p:cNvPr id="18" name="スライド番号プレースホルダー 17"/>
          <p:cNvSpPr>
            <a:spLocks noGrp="1"/>
          </p:cNvSpPr>
          <p:nvPr>
            <p:ph type="sldNum" sz="quarter" idx="4"/>
          </p:nvPr>
        </p:nvSpPr>
        <p:spPr>
          <a:xfrm>
            <a:off x="10566400" y="6356351"/>
            <a:ext cx="1016000" cy="365125"/>
          </a:xfrm>
          <a:prstGeom prst="rect">
            <a:avLst/>
          </a:prstGeom>
        </p:spPr>
        <p:txBody>
          <a:bodyPr vert="horz" lIns="0" tIns="0" rIns="0" bIns="0" rtlCol="0" anchor="b"/>
          <a:lstStyle>
            <a:lvl1pPr algn="r" eaLnBrk="1" latinLnBrk="0" hangingPunct="1">
              <a:defRPr kumimoji="0" sz="1100">
                <a:solidFill>
                  <a:schemeClr val="tx1"/>
                </a:solidFill>
                <a:latin typeface="ＭＳ 明朝" panose="02020609040205080304" pitchFamily="17" charset="-128"/>
                <a:ea typeface="ＭＳ 明朝" panose="02020609040205080304" pitchFamily="17" charset="-128"/>
              </a:defRPr>
            </a:lvl1pPr>
          </a:lstStyle>
          <a:p>
            <a:fld id="{401CF334-2D5C-4859-84A6-CA7E6E43FAEB}" type="slidenum">
              <a:rPr lang="en-US" altLang="ja-JP" noProof="0" smtClean="0"/>
              <a:pPr/>
              <a:t>‹#›</a:t>
            </a:fld>
            <a:endParaRPr lang="ja-JP" altLang="en-US" noProof="0" dirty="0"/>
          </a:p>
        </p:txBody>
      </p:sp>
    </p:spTree>
    <p:extLst>
      <p:ext uri="{BB962C8B-B14F-4D97-AF65-F5344CB8AC3E}">
        <p14:creationId xmlns:p14="http://schemas.microsoft.com/office/powerpoint/2010/main" val="9428528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rtl="0" eaLnBrk="1" latinLnBrk="0" hangingPunct="1">
        <a:lnSpc>
          <a:spcPct val="80000"/>
        </a:lnSpc>
        <a:spcBef>
          <a:spcPct val="0"/>
        </a:spcBef>
        <a:buNone/>
        <a:defRPr kumimoji="1" sz="5000" b="0" kern="1200">
          <a:ln>
            <a:noFill/>
          </a:ln>
          <a:solidFill>
            <a:schemeClr val="tx2"/>
          </a:solidFill>
          <a:effectLst/>
          <a:latin typeface="Meiryo UI" panose="020B0604030504040204" pitchFamily="50" charset="-128"/>
          <a:ea typeface="Meiryo UI" panose="020B0604030504040204" pitchFamily="50" charset="-128"/>
          <a:cs typeface="+mj-cs"/>
        </a:defRPr>
      </a:lvl1pPr>
    </p:titleStyle>
    <p:bodyStyle>
      <a:lvl1pPr marL="274320" indent="-274320" algn="l" rtl="0" eaLnBrk="1" latinLnBrk="0" hangingPunct="1">
        <a:spcBef>
          <a:spcPct val="20000"/>
        </a:spcBef>
        <a:buClr>
          <a:schemeClr val="accent3">
            <a:lumMod val="50000"/>
          </a:schemeClr>
        </a:buClr>
        <a:buSzPct val="95000"/>
        <a:buFont typeface="Wingdings 2"/>
        <a:buChar char=""/>
        <a:defRPr kumimoji="1" sz="2600" kern="1200">
          <a:solidFill>
            <a:schemeClr val="tx1"/>
          </a:solidFill>
          <a:latin typeface="ＭＳ 明朝" panose="02020609040205080304" pitchFamily="17" charset="-128"/>
          <a:ea typeface="ＭＳ 明朝" panose="02020609040205080304" pitchFamily="17" charset="-128"/>
          <a:cs typeface="+mn-cs"/>
        </a:defRPr>
      </a:lvl1pPr>
      <a:lvl2pPr marL="640080" indent="-246888" algn="l" rtl="0" eaLnBrk="1" latinLnBrk="0" hangingPunct="1">
        <a:spcBef>
          <a:spcPct val="20000"/>
        </a:spcBef>
        <a:buClr>
          <a:schemeClr val="accent1">
            <a:lumMod val="50000"/>
          </a:schemeClr>
        </a:buClr>
        <a:buSzPct val="85000"/>
        <a:buFont typeface="Wingdings 2"/>
        <a:buChar char=""/>
        <a:defRPr kumimoji="1" sz="2400" kern="1200">
          <a:solidFill>
            <a:schemeClr val="tx1"/>
          </a:solidFill>
          <a:latin typeface="ＭＳ 明朝" panose="02020609040205080304" pitchFamily="17" charset="-128"/>
          <a:ea typeface="ＭＳ 明朝" panose="02020609040205080304" pitchFamily="17" charset="-128"/>
          <a:cs typeface="+mn-cs"/>
        </a:defRPr>
      </a:lvl2pPr>
      <a:lvl3pPr marL="914400" indent="-246888" algn="l" rtl="0" eaLnBrk="1" latinLnBrk="0" hangingPunct="1">
        <a:spcBef>
          <a:spcPct val="20000"/>
        </a:spcBef>
        <a:buClr>
          <a:schemeClr val="accent2">
            <a:lumMod val="50000"/>
          </a:schemeClr>
        </a:buClr>
        <a:buSzPct val="70000"/>
        <a:buFont typeface="Wingdings 2"/>
        <a:buChar char=""/>
        <a:defRPr kumimoji="1" sz="2100" kern="1200">
          <a:solidFill>
            <a:schemeClr val="tx1"/>
          </a:solidFill>
          <a:latin typeface="ＭＳ 明朝" panose="02020609040205080304" pitchFamily="17" charset="-128"/>
          <a:ea typeface="ＭＳ 明朝" panose="02020609040205080304" pitchFamily="17" charset="-128"/>
          <a:cs typeface="+mn-cs"/>
        </a:defRPr>
      </a:lvl3pPr>
      <a:lvl4pPr marL="1188720" indent="-210312" algn="l" rtl="0" eaLnBrk="1" latinLnBrk="0" hangingPunct="1">
        <a:spcBef>
          <a:spcPct val="20000"/>
        </a:spcBef>
        <a:buClr>
          <a:schemeClr val="accent3">
            <a:lumMod val="50000"/>
          </a:schemeClr>
        </a:buClr>
        <a:buSzPct val="65000"/>
        <a:buFont typeface="Wingdings 2"/>
        <a:buChar char=""/>
        <a:defRPr kumimoji="1" sz="2000" kern="1200">
          <a:solidFill>
            <a:schemeClr val="tx1"/>
          </a:solidFill>
          <a:latin typeface="ＭＳ 明朝" panose="02020609040205080304" pitchFamily="17" charset="-128"/>
          <a:ea typeface="ＭＳ 明朝" panose="02020609040205080304" pitchFamily="17" charset="-128"/>
          <a:cs typeface="+mn-cs"/>
        </a:defRPr>
      </a:lvl4pPr>
      <a:lvl5pPr marL="1463040" indent="-210312" algn="l" rtl="0" eaLnBrk="1" latinLnBrk="0" hangingPunct="1">
        <a:spcBef>
          <a:spcPct val="20000"/>
        </a:spcBef>
        <a:buClr>
          <a:schemeClr val="accent4">
            <a:lumMod val="75000"/>
          </a:schemeClr>
        </a:buClr>
        <a:buSzPct val="65000"/>
        <a:buFont typeface="Wingdings 2"/>
        <a:buChar char=""/>
        <a:defRPr kumimoji="1" sz="2000" kern="1200">
          <a:solidFill>
            <a:schemeClr val="tx1"/>
          </a:solidFill>
          <a:latin typeface="ＭＳ 明朝" panose="02020609040205080304" pitchFamily="17" charset="-128"/>
          <a:ea typeface="ＭＳ 明朝" panose="02020609040205080304" pitchFamily="17" charset="-128"/>
          <a:cs typeface="+mn-cs"/>
        </a:defRPr>
      </a:lvl5pPr>
      <a:lvl6pPr marL="1737360" indent="-210312" algn="l" rtl="0" eaLnBrk="1" latinLnBrk="0" hangingPunct="1">
        <a:spcBef>
          <a:spcPct val="20000"/>
        </a:spcBef>
        <a:buClr>
          <a:schemeClr val="accent5">
            <a:lumMod val="50000"/>
          </a:schemeClr>
        </a:buClr>
        <a:buSzPct val="80000"/>
        <a:buFont typeface="Wingdings 2"/>
        <a:buChar char=""/>
        <a:defRPr kumimoji="1" sz="1800" kern="1200">
          <a:solidFill>
            <a:schemeClr val="tx1"/>
          </a:solidFill>
          <a:latin typeface="+mn-lt"/>
          <a:ea typeface="+mn-ea"/>
          <a:cs typeface="+mn-cs"/>
        </a:defRPr>
      </a:lvl6pPr>
      <a:lvl7pPr marL="1920240" indent="-182880" algn="l" rtl="0" eaLnBrk="1" latinLnBrk="0" hangingPunct="1">
        <a:spcBef>
          <a:spcPct val="20000"/>
        </a:spcBef>
        <a:buClr>
          <a:schemeClr val="accent6">
            <a:lumMod val="75000"/>
          </a:schemeClr>
        </a:buClr>
        <a:buSzPct val="80000"/>
        <a:buFont typeface="Wingdings 2"/>
        <a:buChar char=""/>
        <a:defRPr kumimoji="1"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1" sz="1600" kern="1200">
          <a:solidFill>
            <a:schemeClr val="tx1"/>
          </a:solidFill>
          <a:latin typeface="+mn-lt"/>
          <a:ea typeface="+mn-ea"/>
          <a:cs typeface="+mn-cs"/>
        </a:defRPr>
      </a:lvl8pPr>
      <a:lvl9pPr marL="2286000" indent="0" algn="l" rtl="0" eaLnBrk="1" latinLnBrk="0" hangingPunct="1">
        <a:spcBef>
          <a:spcPct val="20000"/>
        </a:spcBef>
        <a:buClr>
          <a:schemeClr val="tx2"/>
        </a:buClr>
        <a:buFontTx/>
        <a:buNone/>
        <a:defRPr kumimoji="1" sz="1400" kern="1200" baseline="0">
          <a:solidFill>
            <a:schemeClr val="tx1"/>
          </a:solidFill>
          <a:latin typeface="+mn-lt"/>
          <a:ea typeface="+mn-ea"/>
          <a:cs typeface="+mn-cs"/>
        </a:defRPr>
      </a:lvl9pPr>
    </p:bodyStyle>
    <p:otherStyle>
      <a:lvl1pPr marL="0" algn="l" rtl="0" eaLnBrk="1" latinLnBrk="0" hangingPunct="1">
        <a:defRPr kumimoji="1" kern="1200">
          <a:solidFill>
            <a:schemeClr val="tx1"/>
          </a:solidFill>
          <a:latin typeface="+mn-lt"/>
          <a:ea typeface="+mn-ea"/>
          <a:cs typeface="+mn-cs"/>
        </a:defRPr>
      </a:lvl1pPr>
      <a:lvl2pPr marL="457200" algn="l" rtl="0" eaLnBrk="1" latinLnBrk="0" hangingPunct="1">
        <a:defRPr kumimoji="1" kern="1200">
          <a:solidFill>
            <a:schemeClr val="tx1"/>
          </a:solidFill>
          <a:latin typeface="+mn-lt"/>
          <a:ea typeface="+mn-ea"/>
          <a:cs typeface="+mn-cs"/>
        </a:defRPr>
      </a:lvl2pPr>
      <a:lvl3pPr marL="914400" algn="l" rtl="0" eaLnBrk="1" latinLnBrk="0" hangingPunct="1">
        <a:defRPr kumimoji="1" kern="1200">
          <a:solidFill>
            <a:schemeClr val="tx1"/>
          </a:solidFill>
          <a:latin typeface="+mn-lt"/>
          <a:ea typeface="+mn-ea"/>
          <a:cs typeface="+mn-cs"/>
        </a:defRPr>
      </a:lvl3pPr>
      <a:lvl4pPr marL="1371600" algn="l" rtl="0" eaLnBrk="1" latinLnBrk="0" hangingPunct="1">
        <a:defRPr kumimoji="1" kern="1200">
          <a:solidFill>
            <a:schemeClr val="tx1"/>
          </a:solidFill>
          <a:latin typeface="+mn-lt"/>
          <a:ea typeface="+mn-ea"/>
          <a:cs typeface="+mn-cs"/>
        </a:defRPr>
      </a:lvl4pPr>
      <a:lvl5pPr marL="1828800" algn="l" rtl="0" eaLnBrk="1" latinLnBrk="0" hangingPunct="1">
        <a:defRPr kumimoji="1" kern="1200">
          <a:solidFill>
            <a:schemeClr val="tx1"/>
          </a:solidFill>
          <a:latin typeface="+mn-lt"/>
          <a:ea typeface="+mn-ea"/>
          <a:cs typeface="+mn-cs"/>
        </a:defRPr>
      </a:lvl5pPr>
      <a:lvl6pPr marL="2286000" algn="l" rtl="0" eaLnBrk="1" latinLnBrk="0" hangingPunct="1">
        <a:defRPr kumimoji="1" kern="1200">
          <a:solidFill>
            <a:schemeClr val="tx1"/>
          </a:solidFill>
          <a:latin typeface="+mn-lt"/>
          <a:ea typeface="+mn-ea"/>
          <a:cs typeface="+mn-cs"/>
        </a:defRPr>
      </a:lvl6pPr>
      <a:lvl7pPr marL="2743200" algn="l" rtl="0" eaLnBrk="1" latinLnBrk="0" hangingPunct="1">
        <a:defRPr kumimoji="1" kern="1200">
          <a:solidFill>
            <a:schemeClr val="tx1"/>
          </a:solidFill>
          <a:latin typeface="+mn-lt"/>
          <a:ea typeface="+mn-ea"/>
          <a:cs typeface="+mn-cs"/>
        </a:defRPr>
      </a:lvl7pPr>
      <a:lvl8pPr marL="3200400" algn="l" rtl="0" eaLnBrk="1" latinLnBrk="0" hangingPunct="1">
        <a:defRPr kumimoji="1" kern="1200">
          <a:solidFill>
            <a:schemeClr val="tx1"/>
          </a:solidFill>
          <a:latin typeface="+mn-lt"/>
          <a:ea typeface="+mn-ea"/>
          <a:cs typeface="+mn-cs"/>
        </a:defRPr>
      </a:lvl8pPr>
      <a:lvl9pPr marL="3657600" algn="l" rtl="0" eaLnBrk="1" latinLnBrk="0" hangingPunct="1">
        <a:defRPr kumimoji="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ctrTitle"/>
          </p:nvPr>
        </p:nvSpPr>
        <p:spPr/>
        <p:txBody>
          <a:bodyPr rtlCol="0"/>
          <a:lstStyle/>
          <a:p>
            <a:pPr rtl="0"/>
            <a:r>
              <a:rPr lang="ja-JP" altLang="en-US" dirty="0">
                <a:latin typeface="Meiryo UI" panose="020B0604030504040204" pitchFamily="50" charset="-128"/>
                <a:ea typeface="Meiryo UI" panose="020B0604030504040204" pitchFamily="50" charset="-128"/>
              </a:rPr>
              <a:t>創造性のセッション</a:t>
            </a:r>
          </a:p>
        </p:txBody>
      </p:sp>
      <p:sp>
        <p:nvSpPr>
          <p:cNvPr id="5" name="サブタイトル 4"/>
          <p:cNvSpPr>
            <a:spLocks noGrp="1"/>
          </p:cNvSpPr>
          <p:nvPr>
            <p:ph type="subTitle" idx="1"/>
          </p:nvPr>
        </p:nvSpPr>
        <p:spPr/>
        <p:txBody>
          <a:bodyPr rtlCol="0"/>
          <a:lstStyle/>
          <a:p>
            <a:pPr rtl="0"/>
            <a:r>
              <a:rPr lang="ja-JP" altLang="en-US" dirty="0">
                <a:latin typeface="ＭＳ 明朝" panose="02020609040205080304" pitchFamily="17" charset="-128"/>
                <a:ea typeface="ＭＳ 明朝" panose="02020609040205080304" pitchFamily="17" charset="-128"/>
              </a:rPr>
              <a:t>発表者の名前</a:t>
            </a:r>
          </a:p>
          <a:p>
            <a:pPr rtl="0"/>
            <a:endParaRPr lang="ja-JP" altLang="en-US" dirty="0"/>
          </a:p>
        </p:txBody>
      </p:sp>
    </p:spTree>
    <p:extLst>
      <p:ext uri="{BB962C8B-B14F-4D97-AF65-F5344CB8AC3E}">
        <p14:creationId xmlns:p14="http://schemas.microsoft.com/office/powerpoint/2010/main" val="3549628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title"/>
          </p:nvPr>
        </p:nvSpPr>
        <p:spPr/>
        <p:txBody>
          <a:bodyPr rtlCol="0"/>
          <a:lstStyle/>
          <a:p>
            <a:pPr rtl="0"/>
            <a:r>
              <a:rPr lang="ja-JP" altLang="en-US" dirty="0"/>
              <a:t>目次</a:t>
            </a:r>
            <a:endParaRPr lang="ja-JP" altLang="en-US" dirty="0">
              <a:latin typeface="Meiryo UI" panose="020B0604030504040204" pitchFamily="50" charset="-128"/>
              <a:ea typeface="Meiryo UI" panose="020B0604030504040204" pitchFamily="50" charset="-128"/>
            </a:endParaRPr>
          </a:p>
        </p:txBody>
      </p:sp>
      <p:sp>
        <p:nvSpPr>
          <p:cNvPr id="2" name="コンテンツ プレースホルダー 1"/>
          <p:cNvSpPr>
            <a:spLocks noGrp="1"/>
          </p:cNvSpPr>
          <p:nvPr>
            <p:ph idx="1"/>
          </p:nvPr>
        </p:nvSpPr>
        <p:spPr/>
        <p:txBody>
          <a:bodyPr rtlCol="0"/>
          <a:lstStyle/>
          <a:p>
            <a:pPr rtl="0"/>
            <a:r>
              <a:rPr lang="ja-JP" altLang="en-US" dirty="0">
                <a:latin typeface="ＭＳ 明朝" panose="02020609040205080304" pitchFamily="17" charset="-128"/>
                <a:ea typeface="ＭＳ 明朝" panose="02020609040205080304" pitchFamily="17" charset="-128"/>
              </a:rPr>
              <a:t>概要</a:t>
            </a:r>
          </a:p>
          <a:p>
            <a:pPr rtl="0"/>
            <a:r>
              <a:rPr lang="ja-JP" altLang="en-US" dirty="0">
                <a:latin typeface="ＭＳ 明朝" panose="02020609040205080304" pitchFamily="17" charset="-128"/>
                <a:ea typeface="ＭＳ 明朝" panose="02020609040205080304" pitchFamily="17" charset="-128"/>
              </a:rPr>
              <a:t>ブレーンストーミングの目標</a:t>
            </a:r>
          </a:p>
          <a:p>
            <a:pPr rtl="0"/>
            <a:r>
              <a:rPr lang="ja-JP" altLang="en-US" dirty="0">
                <a:latin typeface="ＭＳ 明朝" panose="02020609040205080304" pitchFamily="17" charset="-128"/>
                <a:ea typeface="ＭＳ 明朝" panose="02020609040205080304" pitchFamily="17" charset="-128"/>
              </a:rPr>
              <a:t>ルール</a:t>
            </a:r>
          </a:p>
          <a:p>
            <a:pPr rtl="0"/>
            <a:r>
              <a:rPr lang="ja-JP" altLang="en-US" dirty="0">
                <a:latin typeface="ＭＳ 明朝" panose="02020609040205080304" pitchFamily="17" charset="-128"/>
                <a:ea typeface="ＭＳ 明朝" panose="02020609040205080304" pitchFamily="17" charset="-128"/>
              </a:rPr>
              <a:t>ブレーンストーミングの活動</a:t>
            </a:r>
          </a:p>
          <a:p>
            <a:pPr rtl="0"/>
            <a:r>
              <a:rPr lang="ja-JP" altLang="en-US" dirty="0">
                <a:latin typeface="ＭＳ 明朝" panose="02020609040205080304" pitchFamily="17" charset="-128"/>
                <a:ea typeface="ＭＳ 明朝" panose="02020609040205080304" pitchFamily="17" charset="-128"/>
              </a:rPr>
              <a:t>まとめ</a:t>
            </a:r>
          </a:p>
          <a:p>
            <a:pPr rtl="0"/>
            <a:r>
              <a:rPr lang="ja-JP" altLang="en-US" dirty="0">
                <a:latin typeface="ＭＳ 明朝" panose="02020609040205080304" pitchFamily="17" charset="-128"/>
                <a:ea typeface="ＭＳ 明朝" panose="02020609040205080304" pitchFamily="17" charset="-128"/>
              </a:rPr>
              <a:t>次のステップ</a:t>
            </a:r>
          </a:p>
          <a:p>
            <a:pPr rtl="0"/>
            <a:endParaRPr lang="ja-JP" altLang="en-US" dirty="0"/>
          </a:p>
        </p:txBody>
      </p:sp>
    </p:spTree>
    <p:extLst>
      <p:ext uri="{BB962C8B-B14F-4D97-AF65-F5344CB8AC3E}">
        <p14:creationId xmlns:p14="http://schemas.microsoft.com/office/powerpoint/2010/main" val="1508910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title"/>
          </p:nvPr>
        </p:nvSpPr>
        <p:spPr>
          <a:xfrm>
            <a:off x="609600" y="704088"/>
            <a:ext cx="11054080" cy="606552"/>
          </a:xfrm>
        </p:spPr>
        <p:txBody>
          <a:bodyPr rtlCol="0">
            <a:normAutofit fontScale="90000"/>
          </a:bodyPr>
          <a:lstStyle/>
          <a:p>
            <a:pPr rtl="0"/>
            <a:r>
              <a:rPr lang="ja-JP" altLang="en-US" dirty="0">
                <a:latin typeface="Meiryo UI" panose="020B0604030504040204" pitchFamily="50" charset="-128"/>
                <a:ea typeface="Meiryo UI" panose="020B0604030504040204" pitchFamily="50" charset="-128"/>
              </a:rPr>
              <a:t>研究背景</a:t>
            </a:r>
          </a:p>
        </p:txBody>
      </p:sp>
      <p:sp>
        <p:nvSpPr>
          <p:cNvPr id="2" name="コンテンツ プレースホルダー 1"/>
          <p:cNvSpPr>
            <a:spLocks noGrp="1"/>
          </p:cNvSpPr>
          <p:nvPr>
            <p:ph idx="1"/>
          </p:nvPr>
        </p:nvSpPr>
        <p:spPr>
          <a:xfrm>
            <a:off x="609600" y="1463040"/>
            <a:ext cx="10972800" cy="4815840"/>
          </a:xfrm>
        </p:spPr>
        <p:txBody>
          <a:bodyPr rtlCol="0"/>
          <a:lstStyle/>
          <a:p>
            <a:r>
              <a:rPr lang="ja-JP" altLang="ja-JP" dirty="0"/>
              <a:t>ダークパターンとは，ユーザを</a:t>
            </a:r>
            <a:r>
              <a:rPr lang="ja-JP" altLang="ja-JP" b="1" dirty="0"/>
              <a:t>意図しない意思決定へ誘導する</a:t>
            </a:r>
            <a:r>
              <a:rPr lang="ja-JP" altLang="ja-JP" dirty="0"/>
              <a:t>ために設計された操作的なUI/UXデザインであり，オンラインサービス全体で広く利用されている[1]。</a:t>
            </a:r>
            <a:endParaRPr lang="en-US" altLang="ja-JP" dirty="0"/>
          </a:p>
          <a:p>
            <a:pPr marL="0" indent="0">
              <a:buNone/>
            </a:pPr>
            <a:r>
              <a:rPr lang="ja-JP" altLang="en-US" b="1" dirty="0"/>
              <a:t>　　→　サブスクリプション加入、不要な商品の購入、個人情報提供等</a:t>
            </a:r>
            <a:endParaRPr lang="en-US" altLang="ja-JP" b="1" dirty="0"/>
          </a:p>
          <a:p>
            <a:pPr marL="0" indent="0">
              <a:buNone/>
            </a:pPr>
            <a:endParaRPr lang="en-US" altLang="ja-JP" b="1" dirty="0"/>
          </a:p>
          <a:p>
            <a:r>
              <a:rPr lang="ja-JP" altLang="ja-JP" dirty="0"/>
              <a:t>消費者庁掲載資料では、ダークパターンによる年間の推定被害額は</a:t>
            </a:r>
            <a:br>
              <a:rPr lang="en-US" altLang="ja-JP" dirty="0"/>
            </a:br>
            <a:r>
              <a:rPr lang="ja-JP" altLang="ja-JP" dirty="0"/>
              <a:t>約1兆575億〜1兆6,760億円と試算されている。</a:t>
            </a:r>
            <a:r>
              <a:rPr lang="en-US" altLang="ja-JP" b="1" dirty="0"/>
              <a:t>[2]</a:t>
            </a:r>
            <a:endParaRPr lang="ja-JP" altLang="ja-JP" dirty="0"/>
          </a:p>
        </p:txBody>
      </p:sp>
    </p:spTree>
    <p:extLst>
      <p:ext uri="{BB962C8B-B14F-4D97-AF65-F5344CB8AC3E}">
        <p14:creationId xmlns:p14="http://schemas.microsoft.com/office/powerpoint/2010/main" val="33395540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9D3EC-1A5C-E064-D323-63C11B39C2B8}"/>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4C83222F-0AF2-4B7E-CA6A-6D385E0BE791}"/>
              </a:ext>
            </a:extLst>
          </p:cNvPr>
          <p:cNvSpPr>
            <a:spLocks noGrp="1"/>
          </p:cNvSpPr>
          <p:nvPr>
            <p:ph type="title"/>
          </p:nvPr>
        </p:nvSpPr>
        <p:spPr>
          <a:xfrm>
            <a:off x="609600" y="704088"/>
            <a:ext cx="11054080" cy="606552"/>
          </a:xfrm>
        </p:spPr>
        <p:txBody>
          <a:bodyPr rtlCol="0">
            <a:normAutofit fontScale="90000"/>
          </a:bodyPr>
          <a:lstStyle/>
          <a:p>
            <a:pPr rtl="0"/>
            <a:r>
              <a:rPr lang="ja-JP" altLang="en-US" dirty="0">
                <a:latin typeface="Meiryo UI" panose="020B0604030504040204" pitchFamily="50" charset="-128"/>
                <a:ea typeface="Meiryo UI" panose="020B0604030504040204" pitchFamily="50" charset="-128"/>
              </a:rPr>
              <a:t>研究背景</a:t>
            </a:r>
          </a:p>
        </p:txBody>
      </p:sp>
      <p:sp>
        <p:nvSpPr>
          <p:cNvPr id="2" name="コンテンツ プレースホルダー 1">
            <a:extLst>
              <a:ext uri="{FF2B5EF4-FFF2-40B4-BE49-F238E27FC236}">
                <a16:creationId xmlns:a16="http://schemas.microsoft.com/office/drawing/2014/main" id="{EA2921F2-AC25-C14B-A95D-7ACF405ED56B}"/>
              </a:ext>
            </a:extLst>
          </p:cNvPr>
          <p:cNvSpPr>
            <a:spLocks noGrp="1"/>
          </p:cNvSpPr>
          <p:nvPr>
            <p:ph idx="1"/>
          </p:nvPr>
        </p:nvSpPr>
        <p:spPr>
          <a:xfrm>
            <a:off x="609600" y="1463040"/>
            <a:ext cx="10972800" cy="4815840"/>
          </a:xfrm>
        </p:spPr>
        <p:txBody>
          <a:bodyPr rtlCol="0"/>
          <a:lstStyle/>
          <a:p>
            <a:r>
              <a:rPr lang="ja-JP" altLang="ja-JP" dirty="0"/>
              <a:t>Mathurら（2019）は、自動検知手法を用いて約11,000のショッピングサイトを分析</a:t>
            </a:r>
            <a:r>
              <a:rPr lang="en-US" altLang="ja-JP" dirty="0"/>
              <a:t>.</a:t>
            </a:r>
            <a:r>
              <a:rPr lang="ja-JP" altLang="ja-JP" dirty="0"/>
              <a:t> </a:t>
            </a:r>
            <a:r>
              <a:rPr lang="en-US" altLang="ja-JP" dirty="0"/>
              <a:t>1800</a:t>
            </a:r>
            <a:r>
              <a:rPr lang="ja-JP" altLang="en-US" dirty="0"/>
              <a:t>件のダークパターンが検出された。</a:t>
            </a:r>
            <a:r>
              <a:rPr lang="en-US" altLang="ja-JP" dirty="0"/>
              <a:t>[3]</a:t>
            </a:r>
          </a:p>
          <a:p>
            <a:pPr marL="0" indent="0">
              <a:buNone/>
            </a:pPr>
            <a:r>
              <a:rPr lang="en-US" altLang="ja-JP" dirty="0"/>
              <a:t>	</a:t>
            </a:r>
            <a:r>
              <a:rPr lang="ja-JP" altLang="en-US" dirty="0"/>
              <a:t>→　技術のいたちごっこは</a:t>
            </a:r>
            <a:r>
              <a:rPr lang="ja-JP" altLang="ja-JP" dirty="0"/>
              <a:t>今後さらに加速する可能性</a:t>
            </a:r>
            <a:endParaRPr lang="en-US" altLang="ja-JP" dirty="0"/>
          </a:p>
          <a:p>
            <a:pPr marL="0" indent="0">
              <a:buNone/>
            </a:pPr>
            <a:endParaRPr lang="en-US" altLang="ja-JP" b="1" dirty="0"/>
          </a:p>
          <a:p>
            <a:r>
              <a:rPr lang="ja-JP" altLang="ja-JP" dirty="0"/>
              <a:t>Leonら（2012）は，Opt-in型の保護手法</a:t>
            </a:r>
            <a:r>
              <a:rPr lang="ja-JP" altLang="en-US" dirty="0"/>
              <a:t>（ユーザ自身が導入し設定すること）</a:t>
            </a:r>
            <a:r>
              <a:rPr lang="ja-JP" altLang="ja-JP" dirty="0"/>
              <a:t>には困難さがあることを指摘した。</a:t>
            </a:r>
            <a:r>
              <a:rPr lang="en-US" altLang="ja-JP" dirty="0"/>
              <a:t>[4]</a:t>
            </a:r>
          </a:p>
          <a:p>
            <a:pPr marL="0" indent="0" fontAlgn="t">
              <a:buNone/>
            </a:pPr>
            <a:r>
              <a:rPr lang="ja-JP" altLang="en-US" dirty="0"/>
              <a:t>　</a:t>
            </a:r>
            <a:r>
              <a:rPr lang="en-US" altLang="ja-JP" dirty="0"/>
              <a:t>	</a:t>
            </a:r>
            <a:r>
              <a:rPr lang="ja-JP" altLang="en-US" dirty="0"/>
              <a:t>→　</a:t>
            </a:r>
            <a:r>
              <a:rPr lang="ja-JP" altLang="ja-JP" dirty="0"/>
              <a:t>利用者が導入しなければ機能しない</a:t>
            </a:r>
          </a:p>
        </p:txBody>
      </p:sp>
      <p:sp>
        <p:nvSpPr>
          <p:cNvPr id="4" name="テキスト ボックス 3">
            <a:extLst>
              <a:ext uri="{FF2B5EF4-FFF2-40B4-BE49-F238E27FC236}">
                <a16:creationId xmlns:a16="http://schemas.microsoft.com/office/drawing/2014/main" id="{ECD736BA-C47A-C377-B9DA-A185B5530A51}"/>
              </a:ext>
            </a:extLst>
          </p:cNvPr>
          <p:cNvSpPr txBox="1"/>
          <p:nvPr/>
        </p:nvSpPr>
        <p:spPr>
          <a:xfrm>
            <a:off x="1600200" y="5080000"/>
            <a:ext cx="8953500" cy="1569660"/>
          </a:xfrm>
          <a:prstGeom prst="rect">
            <a:avLst/>
          </a:prstGeom>
          <a:ln w="57150"/>
        </p:spPr>
        <p:style>
          <a:lnRef idx="2">
            <a:schemeClr val="accent3"/>
          </a:lnRef>
          <a:fillRef idx="1">
            <a:schemeClr val="lt1"/>
          </a:fillRef>
          <a:effectRef idx="0">
            <a:schemeClr val="accent3"/>
          </a:effectRef>
          <a:fontRef idx="minor">
            <a:schemeClr val="dk1"/>
          </a:fontRef>
        </p:style>
        <p:txBody>
          <a:bodyPr wrap="square" rtlCol="0">
            <a:spAutoFit/>
          </a:bodyPr>
          <a:lstStyle/>
          <a:p>
            <a:r>
              <a:rPr lang="ja-JP" altLang="ja-JP" sz="3200" dirty="0"/>
              <a:t>利用者自身がダークパターンを認識・回避</a:t>
            </a:r>
            <a:br>
              <a:rPr lang="en-US" altLang="ja-JP" sz="3200" dirty="0"/>
            </a:br>
            <a:r>
              <a:rPr lang="ja-JP" altLang="ja-JP" sz="3200" dirty="0"/>
              <a:t>する能力</a:t>
            </a:r>
            <a:r>
              <a:rPr lang="ja-JP" altLang="en-US" sz="3200" dirty="0"/>
              <a:t>育成が</a:t>
            </a:r>
            <a:r>
              <a:rPr lang="ja-JP" altLang="ja-JP" sz="3200" dirty="0"/>
              <a:t>重要</a:t>
            </a:r>
          </a:p>
          <a:p>
            <a:endParaRPr kumimoji="1" lang="ja-JP" altLang="en-US" sz="3200" dirty="0" err="1"/>
          </a:p>
        </p:txBody>
      </p:sp>
    </p:spTree>
    <p:extLst>
      <p:ext uri="{BB962C8B-B14F-4D97-AF65-F5344CB8AC3E}">
        <p14:creationId xmlns:p14="http://schemas.microsoft.com/office/powerpoint/2010/main" val="2101085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FBD14-CC0F-4443-E828-6FC37EC9A71A}"/>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2A903577-709F-91E0-8734-B0FF01B0B16F}"/>
              </a:ext>
            </a:extLst>
          </p:cNvPr>
          <p:cNvSpPr>
            <a:spLocks noGrp="1"/>
          </p:cNvSpPr>
          <p:nvPr>
            <p:ph type="title"/>
          </p:nvPr>
        </p:nvSpPr>
        <p:spPr>
          <a:xfrm>
            <a:off x="609600" y="704088"/>
            <a:ext cx="11054080" cy="606552"/>
          </a:xfrm>
        </p:spPr>
        <p:txBody>
          <a:bodyPr rtlCol="0">
            <a:normAutofit fontScale="90000"/>
          </a:bodyPr>
          <a:lstStyle/>
          <a:p>
            <a:pPr rtl="0"/>
            <a:r>
              <a:rPr lang="ja-JP" altLang="en-US" dirty="0">
                <a:latin typeface="Meiryo UI" panose="020B0604030504040204" pitchFamily="50" charset="-128"/>
                <a:ea typeface="Meiryo UI" panose="020B0604030504040204" pitchFamily="50" charset="-128"/>
              </a:rPr>
              <a:t>研究背景</a:t>
            </a:r>
          </a:p>
        </p:txBody>
      </p:sp>
      <p:sp>
        <p:nvSpPr>
          <p:cNvPr id="2" name="コンテンツ プレースホルダー 1">
            <a:extLst>
              <a:ext uri="{FF2B5EF4-FFF2-40B4-BE49-F238E27FC236}">
                <a16:creationId xmlns:a16="http://schemas.microsoft.com/office/drawing/2014/main" id="{A25CCE1B-8A83-8C0F-C65B-BEB5AB5574A2}"/>
              </a:ext>
            </a:extLst>
          </p:cNvPr>
          <p:cNvSpPr>
            <a:spLocks noGrp="1"/>
          </p:cNvSpPr>
          <p:nvPr>
            <p:ph idx="1"/>
          </p:nvPr>
        </p:nvSpPr>
        <p:spPr>
          <a:xfrm>
            <a:off x="609600" y="1463040"/>
            <a:ext cx="11054080" cy="1115268"/>
          </a:xfrm>
        </p:spPr>
        <p:txBody>
          <a:bodyPr rtlCol="0"/>
          <a:lstStyle/>
          <a:p>
            <a:pPr fontAlgn="t"/>
            <a:r>
              <a:rPr lang="ja-JP" altLang="ja-JP" dirty="0"/>
              <a:t>Oliveira（2026）は，子どもを前提とした対策が， より広いデジタル脆弱性への基本的な対応となりうると指摘している。[</a:t>
            </a:r>
            <a:r>
              <a:rPr lang="en-US" altLang="ja-JP" dirty="0"/>
              <a:t>5</a:t>
            </a:r>
            <a:r>
              <a:rPr lang="ja-JP" altLang="ja-JP" dirty="0"/>
              <a:t>]</a:t>
            </a:r>
          </a:p>
        </p:txBody>
      </p:sp>
      <p:sp>
        <p:nvSpPr>
          <p:cNvPr id="4" name="テキスト ボックス 3">
            <a:extLst>
              <a:ext uri="{FF2B5EF4-FFF2-40B4-BE49-F238E27FC236}">
                <a16:creationId xmlns:a16="http://schemas.microsoft.com/office/drawing/2014/main" id="{41893A02-FBF7-A12C-31E2-4C6F980BC2F8}"/>
              </a:ext>
            </a:extLst>
          </p:cNvPr>
          <p:cNvSpPr txBox="1"/>
          <p:nvPr/>
        </p:nvSpPr>
        <p:spPr>
          <a:xfrm>
            <a:off x="909559" y="2730708"/>
            <a:ext cx="10372881" cy="707886"/>
          </a:xfrm>
          <a:prstGeom prst="rect">
            <a:avLst/>
          </a:prstGeom>
          <a:noFill/>
          <a:ln>
            <a:noFill/>
          </a:ln>
        </p:spPr>
        <p:txBody>
          <a:bodyPr wrap="square" rtlCol="0">
            <a:spAutoFit/>
          </a:bodyPr>
          <a:lstStyle/>
          <a:p>
            <a:r>
              <a:rPr lang="ja-JP" altLang="ja-JP" sz="4000" dirty="0">
                <a:latin typeface="Meiryo UI" panose="020B0604030504040204" pitchFamily="50" charset="-128"/>
                <a:ea typeface="Meiryo UI" panose="020B0604030504040204" pitchFamily="50" charset="-128"/>
              </a:rPr>
              <a:t>児童</a:t>
            </a:r>
            <a:r>
              <a:rPr lang="ja-JP" altLang="en-US" sz="4000" dirty="0">
                <a:latin typeface="Meiryo UI" panose="020B0604030504040204" pitchFamily="50" charset="-128"/>
                <a:ea typeface="Meiryo UI" panose="020B0604030504040204" pitchFamily="50" charset="-128"/>
              </a:rPr>
              <a:t>に対し</a:t>
            </a:r>
            <a:r>
              <a:rPr lang="ja-JP" altLang="ja-JP" sz="4000" dirty="0">
                <a:latin typeface="Meiryo UI" panose="020B0604030504040204" pitchFamily="50" charset="-128"/>
                <a:ea typeface="Meiryo UI" panose="020B0604030504040204" pitchFamily="50" charset="-128"/>
              </a:rPr>
              <a:t>ダークパターンへの対処能力を育成す</a:t>
            </a:r>
            <a:r>
              <a:rPr lang="ja-JP" altLang="en-US" sz="4000" dirty="0">
                <a:latin typeface="Meiryo UI" panose="020B0604030504040204" pitchFamily="50" charset="-128"/>
                <a:ea typeface="Meiryo UI" panose="020B0604030504040204" pitchFamily="50" charset="-128"/>
              </a:rPr>
              <a:t>る。</a:t>
            </a:r>
            <a:endParaRPr kumimoji="1" lang="ja-JP" altLang="en-US" sz="4000" dirty="0"/>
          </a:p>
        </p:txBody>
      </p:sp>
      <p:sp>
        <p:nvSpPr>
          <p:cNvPr id="5" name="テキスト ボックス 4">
            <a:extLst>
              <a:ext uri="{FF2B5EF4-FFF2-40B4-BE49-F238E27FC236}">
                <a16:creationId xmlns:a16="http://schemas.microsoft.com/office/drawing/2014/main" id="{0E1C7A59-2BBC-F0A7-ED84-88FA9B118C11}"/>
              </a:ext>
            </a:extLst>
          </p:cNvPr>
          <p:cNvSpPr txBox="1"/>
          <p:nvPr/>
        </p:nvSpPr>
        <p:spPr>
          <a:xfrm>
            <a:off x="804472" y="4687074"/>
            <a:ext cx="11054080" cy="707886"/>
          </a:xfrm>
          <a:prstGeom prst="rect">
            <a:avLst/>
          </a:prstGeom>
          <a:noFill/>
          <a:ln>
            <a:noFill/>
          </a:ln>
        </p:spPr>
        <p:txBody>
          <a:bodyPr wrap="square" rtlCol="0">
            <a:spAutoFit/>
          </a:bodyPr>
          <a:lstStyle/>
          <a:p>
            <a:pPr lvl="0">
              <a:defRPr/>
            </a:pPr>
            <a:r>
              <a:rPr lang="ja-JP" altLang="ja-JP" sz="4000" dirty="0">
                <a:latin typeface="Meiryo UI" panose="020B0604030504040204" pitchFamily="50" charset="-128"/>
                <a:ea typeface="Meiryo UI" panose="020B0604030504040204" pitchFamily="50" charset="-128"/>
              </a:rPr>
              <a:t>結果として利用者全体の対処能力の向上につながる</a:t>
            </a:r>
          </a:p>
        </p:txBody>
      </p:sp>
      <p:cxnSp>
        <p:nvCxnSpPr>
          <p:cNvPr id="7" name="直線矢印コネクタ 6">
            <a:extLst>
              <a:ext uri="{FF2B5EF4-FFF2-40B4-BE49-F238E27FC236}">
                <a16:creationId xmlns:a16="http://schemas.microsoft.com/office/drawing/2014/main" id="{F325EC0A-545D-9175-EBB1-B3A880657B07}"/>
              </a:ext>
            </a:extLst>
          </p:cNvPr>
          <p:cNvCxnSpPr>
            <a:cxnSpLocks/>
          </p:cNvCxnSpPr>
          <p:nvPr/>
        </p:nvCxnSpPr>
        <p:spPr>
          <a:xfrm>
            <a:off x="6095999" y="3590994"/>
            <a:ext cx="0" cy="936036"/>
          </a:xfrm>
          <a:prstGeom prst="straightConnector1">
            <a:avLst/>
          </a:prstGeom>
          <a:ln w="76200"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734892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E431E-DAF1-030E-85A1-6EABA661A387}"/>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FF7C925E-50AD-94D9-ECEC-F63115100BB3}"/>
              </a:ext>
            </a:extLst>
          </p:cNvPr>
          <p:cNvSpPr>
            <a:spLocks noGrp="1"/>
          </p:cNvSpPr>
          <p:nvPr>
            <p:ph type="title"/>
          </p:nvPr>
        </p:nvSpPr>
        <p:spPr>
          <a:xfrm>
            <a:off x="609600" y="704088"/>
            <a:ext cx="11054080" cy="606552"/>
          </a:xfrm>
        </p:spPr>
        <p:txBody>
          <a:bodyPr rtlCol="0">
            <a:normAutofit fontScale="90000"/>
          </a:bodyPr>
          <a:lstStyle/>
          <a:p>
            <a:pPr rtl="0"/>
            <a:r>
              <a:rPr lang="ja-JP" altLang="en-US" dirty="0">
                <a:latin typeface="Meiryo UI" panose="020B0604030504040204" pitchFamily="50" charset="-128"/>
                <a:ea typeface="Meiryo UI" panose="020B0604030504040204" pitchFamily="50" charset="-128"/>
              </a:rPr>
              <a:t>先行研究</a:t>
            </a:r>
          </a:p>
        </p:txBody>
      </p:sp>
      <p:sp>
        <p:nvSpPr>
          <p:cNvPr id="2" name="コンテンツ プレースホルダー 1">
            <a:extLst>
              <a:ext uri="{FF2B5EF4-FFF2-40B4-BE49-F238E27FC236}">
                <a16:creationId xmlns:a16="http://schemas.microsoft.com/office/drawing/2014/main" id="{C4FF6640-9EF9-93D9-02AC-6EB164719F95}"/>
              </a:ext>
            </a:extLst>
          </p:cNvPr>
          <p:cNvSpPr>
            <a:spLocks noGrp="1"/>
          </p:cNvSpPr>
          <p:nvPr>
            <p:ph idx="1"/>
          </p:nvPr>
        </p:nvSpPr>
        <p:spPr>
          <a:xfrm>
            <a:off x="609599" y="1564640"/>
            <a:ext cx="11417301" cy="4791190"/>
          </a:xfrm>
        </p:spPr>
        <p:txBody>
          <a:bodyPr rtlCol="0">
            <a:normAutofit/>
          </a:bodyPr>
          <a:lstStyle/>
          <a:p>
            <a:pPr fontAlgn="t"/>
            <a:r>
              <a:rPr lang="ja-JP" altLang="ja-JP" sz="2200" dirty="0"/>
              <a:t>Khan, N., Daud, H. E., &amp; Shahid, S. (2025). Mind the Dark: A Gamified Exploration of Deceptive Design Awareness for Children in the Digital Age</a:t>
            </a:r>
            <a:r>
              <a:rPr lang="en-US" altLang="ja-JP" sz="2200" dirty="0"/>
              <a:t>[6]</a:t>
            </a:r>
            <a:endParaRPr lang="en-US" altLang="ja-JP" dirty="0"/>
          </a:p>
          <a:p>
            <a:pPr fontAlgn="t"/>
            <a:r>
              <a:rPr lang="ja-JP" altLang="en-US" sz="2400" dirty="0"/>
              <a:t>手法</a:t>
            </a:r>
            <a:endParaRPr lang="en-US" altLang="ja-JP" sz="2400" dirty="0"/>
          </a:p>
          <a:p>
            <a:pPr marL="0" indent="0" fontAlgn="t">
              <a:buNone/>
            </a:pPr>
            <a:r>
              <a:rPr lang="ja-JP" altLang="en-US" sz="2200" dirty="0"/>
              <a:t>　</a:t>
            </a:r>
            <a:r>
              <a:rPr lang="ja-JP" altLang="ja-JP" sz="2200" dirty="0"/>
              <a:t>児童</a:t>
            </a:r>
            <a:r>
              <a:rPr lang="en-US" altLang="ja-JP" sz="2200" dirty="0"/>
              <a:t>147</a:t>
            </a:r>
            <a:r>
              <a:rPr lang="ja-JP" altLang="en-US" sz="2200" dirty="0"/>
              <a:t>名に対し</a:t>
            </a:r>
            <a:r>
              <a:rPr lang="ja-JP" altLang="ja-JP" sz="2200" dirty="0"/>
              <a:t>対してシナリオ提示と講義を行い， 講義前後で同一シナリオに対する行動変化を評価</a:t>
            </a:r>
            <a:r>
              <a:rPr lang="ja-JP" altLang="en-US" sz="2200" dirty="0"/>
              <a:t>した。その結果を踏まえ</a:t>
            </a:r>
            <a:r>
              <a:rPr lang="ja-JP" altLang="ja-JP" sz="2200" dirty="0"/>
              <a:t>Webアプリ「Mind the</a:t>
            </a:r>
            <a:r>
              <a:rPr lang="ja-JP" altLang="en-US" sz="2200" dirty="0"/>
              <a:t> </a:t>
            </a:r>
            <a:r>
              <a:rPr lang="ja-JP" altLang="ja-JP" sz="2200" dirty="0"/>
              <a:t>Dark」を開発し</a:t>
            </a:r>
            <a:r>
              <a:rPr lang="ja-JP" altLang="en-US" sz="2200" dirty="0"/>
              <a:t>、</a:t>
            </a:r>
            <a:r>
              <a:rPr lang="ja-JP" altLang="ja-JP" sz="2200" dirty="0"/>
              <a:t>36名の児童を対象に評価を実施し</a:t>
            </a:r>
            <a:r>
              <a:rPr lang="ja-JP" altLang="en-US" sz="2200" dirty="0"/>
              <a:t>た</a:t>
            </a:r>
            <a:endParaRPr lang="en-US" altLang="ja-JP" dirty="0"/>
          </a:p>
          <a:p>
            <a:pPr fontAlgn="t"/>
            <a:r>
              <a:rPr lang="ja-JP" altLang="en-US" sz="2400" dirty="0"/>
              <a:t>結果・課題</a:t>
            </a:r>
            <a:endParaRPr lang="en-US" altLang="ja-JP" sz="2400" dirty="0"/>
          </a:p>
          <a:p>
            <a:pPr marL="0" indent="0" fontAlgn="t">
              <a:buNone/>
            </a:pPr>
            <a:r>
              <a:rPr lang="ja-JP" altLang="en-US" dirty="0"/>
              <a:t>　</a:t>
            </a:r>
            <a:r>
              <a:rPr lang="ja-JP" altLang="ja-JP" sz="2200" dirty="0"/>
              <a:t>講義後，同一シナリオにおいて課金行動が減少し， 回避行動が増加するなど，児童の理解向上が確認された。開発したWebアプリでは， 理解促進・興味・参加意欲の向上が観察およびインタビューにより確認された。</a:t>
            </a:r>
          </a:p>
          <a:p>
            <a:pPr marL="0" indent="0" fontAlgn="t">
              <a:buNone/>
            </a:pPr>
            <a:endParaRPr lang="ja-JP" altLang="ja-JP" dirty="0"/>
          </a:p>
          <a:p>
            <a:pPr marL="0" indent="0" fontAlgn="t">
              <a:buNone/>
            </a:pPr>
            <a:endParaRPr lang="en-US" altLang="ja-JP" dirty="0"/>
          </a:p>
        </p:txBody>
      </p:sp>
      <p:sp>
        <p:nvSpPr>
          <p:cNvPr id="8" name="テキスト ボックス 7">
            <a:extLst>
              <a:ext uri="{FF2B5EF4-FFF2-40B4-BE49-F238E27FC236}">
                <a16:creationId xmlns:a16="http://schemas.microsoft.com/office/drawing/2014/main" id="{7298C9DD-7CEC-DB2A-47A3-178A4E5AB283}"/>
              </a:ext>
            </a:extLst>
          </p:cNvPr>
          <p:cNvSpPr txBox="1"/>
          <p:nvPr/>
        </p:nvSpPr>
        <p:spPr>
          <a:xfrm>
            <a:off x="1780539" y="5655719"/>
            <a:ext cx="9547861" cy="1107996"/>
          </a:xfrm>
          <a:prstGeom prst="rect">
            <a:avLst/>
          </a:prstGeom>
          <a:ln w="57150"/>
        </p:spPr>
        <p:style>
          <a:lnRef idx="2">
            <a:schemeClr val="accent3"/>
          </a:lnRef>
          <a:fillRef idx="1">
            <a:schemeClr val="lt1"/>
          </a:fillRef>
          <a:effectRef idx="0">
            <a:schemeClr val="accent3"/>
          </a:effectRef>
          <a:fontRef idx="minor">
            <a:schemeClr val="dk1"/>
          </a:fontRef>
        </p:style>
        <p:txBody>
          <a:bodyPr wrap="square" rtlCol="0">
            <a:spAutoFit/>
          </a:bodyPr>
          <a:lstStyle/>
          <a:p>
            <a:r>
              <a:rPr lang="ja-JP" altLang="en-US" sz="2200" dirty="0"/>
              <a:t>・</a:t>
            </a:r>
            <a:r>
              <a:rPr lang="ja-JP" altLang="ja-JP" sz="2200" dirty="0"/>
              <a:t>評価は講義直後の限定シナリオ</a:t>
            </a:r>
            <a:r>
              <a:rPr lang="ja-JP" altLang="en-US" sz="2200" dirty="0"/>
              <a:t>での</a:t>
            </a:r>
            <a:r>
              <a:rPr lang="ja-JP" altLang="ja-JP" sz="2200" dirty="0"/>
              <a:t>観察・インタビュー</a:t>
            </a:r>
            <a:r>
              <a:rPr lang="ja-JP" altLang="en-US" sz="2200" dirty="0"/>
              <a:t>・付箋。</a:t>
            </a:r>
            <a:endParaRPr lang="en-US" altLang="ja-JP" sz="2200" dirty="0"/>
          </a:p>
          <a:p>
            <a:r>
              <a:rPr lang="ja-JP" altLang="en-US" sz="2200" dirty="0"/>
              <a:t>　→　</a:t>
            </a:r>
            <a:r>
              <a:rPr lang="ja-JP" altLang="ja-JP" sz="2200" dirty="0"/>
              <a:t>実際のWeb環境での</a:t>
            </a:r>
            <a:r>
              <a:rPr lang="ja-JP" altLang="en-US" sz="2200" dirty="0"/>
              <a:t>検証がなく、</a:t>
            </a:r>
            <a:r>
              <a:rPr lang="ja-JP" altLang="ja-JP" sz="2200" dirty="0"/>
              <a:t>行動としての活用（内面化）</a:t>
            </a:r>
            <a:endParaRPr lang="en-US" altLang="ja-JP" sz="2200" dirty="0"/>
          </a:p>
          <a:p>
            <a:r>
              <a:rPr lang="ja-JP" altLang="en-US" sz="2200" dirty="0"/>
              <a:t>　　　</a:t>
            </a:r>
            <a:r>
              <a:rPr lang="ja-JP" altLang="ja-JP" sz="2200" dirty="0"/>
              <a:t>は未検証</a:t>
            </a:r>
          </a:p>
        </p:txBody>
      </p:sp>
    </p:spTree>
    <p:extLst>
      <p:ext uri="{BB962C8B-B14F-4D97-AF65-F5344CB8AC3E}">
        <p14:creationId xmlns:p14="http://schemas.microsoft.com/office/powerpoint/2010/main" val="936551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title"/>
          </p:nvPr>
        </p:nvSpPr>
        <p:spPr/>
        <p:txBody>
          <a:bodyPr rtlCol="0"/>
          <a:lstStyle/>
          <a:p>
            <a:pPr rtl="0"/>
            <a:r>
              <a:rPr lang="ja-JP" altLang="en-US" dirty="0">
                <a:latin typeface="Meiryo UI" panose="020B0604030504040204" pitchFamily="50" charset="-128"/>
                <a:ea typeface="Meiryo UI" panose="020B0604030504040204" pitchFamily="50" charset="-128"/>
              </a:rPr>
              <a:t>ブレーンストーミングの目標</a:t>
            </a:r>
          </a:p>
        </p:txBody>
      </p:sp>
      <p:sp>
        <p:nvSpPr>
          <p:cNvPr id="2" name="コンテンツ プレースホルダー 1"/>
          <p:cNvSpPr>
            <a:spLocks noGrp="1"/>
          </p:cNvSpPr>
          <p:nvPr>
            <p:ph idx="1"/>
          </p:nvPr>
        </p:nvSpPr>
        <p:spPr/>
        <p:txBody>
          <a:bodyPr rtlCol="0"/>
          <a:lstStyle/>
          <a:p>
            <a:pPr rtl="0"/>
            <a:r>
              <a:rPr lang="ja-JP" altLang="en-US" dirty="0">
                <a:latin typeface="ＭＳ 明朝" panose="02020609040205080304" pitchFamily="17" charset="-128"/>
                <a:ea typeface="ＭＳ 明朝" panose="02020609040205080304" pitchFamily="17" charset="-128"/>
              </a:rPr>
              <a:t>エクササイズの目標について説明します。</a:t>
            </a:r>
          </a:p>
          <a:p>
            <a:pPr lvl="1" rtl="0"/>
            <a:r>
              <a:rPr lang="ja-JP" altLang="en-US" dirty="0">
                <a:latin typeface="ＭＳ 明朝" panose="02020609040205080304" pitchFamily="17" charset="-128"/>
                <a:ea typeface="ＭＳ 明朝" panose="02020609040205080304" pitchFamily="17" charset="-128"/>
              </a:rPr>
              <a:t>新製品またはサービスのアイデア</a:t>
            </a:r>
            <a:r>
              <a:rPr lang="en-US" altLang="ja-JP" dirty="0">
                <a:latin typeface="ＭＳ 明朝" panose="02020609040205080304" pitchFamily="17" charset="-128"/>
                <a:ea typeface="ＭＳ 明朝" panose="02020609040205080304" pitchFamily="17" charset="-128"/>
              </a:rPr>
              <a:t>?</a:t>
            </a:r>
          </a:p>
          <a:p>
            <a:pPr lvl="1" rtl="0"/>
            <a:r>
              <a:rPr lang="ja-JP" altLang="en-US" dirty="0">
                <a:latin typeface="ＭＳ 明朝" panose="02020609040205080304" pitchFamily="17" charset="-128"/>
                <a:ea typeface="ＭＳ 明朝" panose="02020609040205080304" pitchFamily="17" charset="-128"/>
              </a:rPr>
              <a:t>新機能のアイデア</a:t>
            </a:r>
            <a:r>
              <a:rPr lang="en-US" altLang="ja-JP" dirty="0">
                <a:latin typeface="ＭＳ 明朝" panose="02020609040205080304" pitchFamily="17" charset="-128"/>
                <a:ea typeface="ＭＳ 明朝" panose="02020609040205080304" pitchFamily="17" charset="-128"/>
              </a:rPr>
              <a:t>?</a:t>
            </a:r>
          </a:p>
          <a:p>
            <a:pPr lvl="1" rtl="0"/>
            <a:r>
              <a:rPr lang="ja-JP" altLang="en-US" dirty="0">
                <a:latin typeface="ＭＳ 明朝" panose="02020609040205080304" pitchFamily="17" charset="-128"/>
                <a:ea typeface="ＭＳ 明朝" panose="02020609040205080304" pitchFamily="17" charset="-128"/>
              </a:rPr>
              <a:t>機能</a:t>
            </a:r>
            <a:r>
              <a:rPr lang="en-US" altLang="ja-JP" dirty="0">
                <a:latin typeface="ＭＳ 明朝" panose="02020609040205080304" pitchFamily="17" charset="-128"/>
                <a:ea typeface="ＭＳ 明朝" panose="02020609040205080304" pitchFamily="17" charset="-128"/>
              </a:rPr>
              <a:t>/</a:t>
            </a:r>
            <a:r>
              <a:rPr lang="ja-JP" altLang="en-US" dirty="0">
                <a:latin typeface="ＭＳ 明朝" panose="02020609040205080304" pitchFamily="17" charset="-128"/>
                <a:ea typeface="ＭＳ 明朝" panose="02020609040205080304" pitchFamily="17" charset="-128"/>
              </a:rPr>
              <a:t>製品名</a:t>
            </a:r>
            <a:r>
              <a:rPr lang="en-US" altLang="ja-JP" dirty="0">
                <a:latin typeface="ＭＳ 明朝" panose="02020609040205080304" pitchFamily="17" charset="-128"/>
                <a:ea typeface="ＭＳ 明朝" panose="02020609040205080304" pitchFamily="17" charset="-128"/>
              </a:rPr>
              <a:t>?</a:t>
            </a:r>
          </a:p>
          <a:p>
            <a:pPr lvl="1" rtl="0"/>
            <a:r>
              <a:rPr lang="ja-JP" altLang="en-US" dirty="0">
                <a:latin typeface="ＭＳ 明朝" panose="02020609040205080304" pitchFamily="17" charset="-128"/>
                <a:ea typeface="ＭＳ 明朝" panose="02020609040205080304" pitchFamily="17" charset="-128"/>
              </a:rPr>
              <a:t>販売促進のアイデア</a:t>
            </a:r>
            <a:r>
              <a:rPr lang="en-US" altLang="ja-JP" dirty="0">
                <a:latin typeface="ＭＳ 明朝" panose="02020609040205080304" pitchFamily="17" charset="-128"/>
                <a:ea typeface="ＭＳ 明朝" panose="02020609040205080304" pitchFamily="17" charset="-128"/>
              </a:rPr>
              <a:t>?</a:t>
            </a:r>
          </a:p>
          <a:p>
            <a:pPr lvl="1" rtl="0"/>
            <a:r>
              <a:rPr lang="ja-JP" altLang="en-US" dirty="0">
                <a:latin typeface="ＭＳ 明朝" panose="02020609040205080304" pitchFamily="17" charset="-128"/>
                <a:ea typeface="ＭＳ 明朝" panose="02020609040205080304" pitchFamily="17" charset="-128"/>
              </a:rPr>
              <a:t>何かを行うための新しいプロセス</a:t>
            </a:r>
            <a:r>
              <a:rPr lang="en-US" altLang="ja-JP" dirty="0">
                <a:latin typeface="ＭＳ 明朝" panose="02020609040205080304" pitchFamily="17" charset="-128"/>
                <a:ea typeface="ＭＳ 明朝" panose="02020609040205080304" pitchFamily="17" charset="-128"/>
              </a:rPr>
              <a:t>?</a:t>
            </a:r>
          </a:p>
          <a:p>
            <a:pPr rtl="0"/>
            <a:r>
              <a:rPr lang="ja-JP" altLang="en-US" dirty="0">
                <a:latin typeface="ＭＳ 明朝" panose="02020609040205080304" pitchFamily="17" charset="-128"/>
                <a:ea typeface="ＭＳ 明朝" panose="02020609040205080304" pitchFamily="17" charset="-128"/>
              </a:rPr>
              <a:t>重要な要件や制限を定義します。</a:t>
            </a:r>
          </a:p>
        </p:txBody>
      </p:sp>
    </p:spTree>
    <p:extLst>
      <p:ext uri="{BB962C8B-B14F-4D97-AF65-F5344CB8AC3E}">
        <p14:creationId xmlns:p14="http://schemas.microsoft.com/office/powerpoint/2010/main" val="115085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title"/>
          </p:nvPr>
        </p:nvSpPr>
        <p:spPr/>
        <p:txBody>
          <a:bodyPr rtlCol="0"/>
          <a:lstStyle/>
          <a:p>
            <a:pPr rtl="0"/>
            <a:r>
              <a:rPr lang="ja-JP" altLang="en-US" dirty="0">
                <a:latin typeface="Meiryo UI" panose="020B0604030504040204" pitchFamily="50" charset="-128"/>
                <a:ea typeface="Meiryo UI" panose="020B0604030504040204" pitchFamily="50" charset="-128"/>
              </a:rPr>
              <a:t>ルール</a:t>
            </a:r>
          </a:p>
        </p:txBody>
      </p:sp>
      <p:sp>
        <p:nvSpPr>
          <p:cNvPr id="2" name="コンテンツ プレースホルダー 1"/>
          <p:cNvSpPr>
            <a:spLocks noGrp="1"/>
          </p:cNvSpPr>
          <p:nvPr>
            <p:ph idx="1"/>
          </p:nvPr>
        </p:nvSpPr>
        <p:spPr/>
        <p:txBody>
          <a:bodyPr rtlCol="0"/>
          <a:lstStyle/>
          <a:p>
            <a:pPr rtl="0"/>
            <a:r>
              <a:rPr lang="ja-JP" altLang="en-US" dirty="0">
                <a:latin typeface="ＭＳ 明朝" panose="02020609040205080304" pitchFamily="17" charset="-128"/>
                <a:ea typeface="ＭＳ 明朝" panose="02020609040205080304" pitchFamily="17" charset="-128"/>
              </a:rPr>
              <a:t>アイデアが出ないのはよくありません。</a:t>
            </a:r>
          </a:p>
          <a:p>
            <a:pPr rtl="0"/>
            <a:r>
              <a:rPr lang="ja-JP" altLang="en-US" dirty="0">
                <a:latin typeface="ＭＳ 明朝" panose="02020609040205080304" pitchFamily="17" charset="-128"/>
                <a:ea typeface="ＭＳ 明朝" panose="02020609040205080304" pitchFamily="17" charset="-128"/>
              </a:rPr>
              <a:t>クリエイティブに。</a:t>
            </a:r>
          </a:p>
          <a:p>
            <a:pPr rtl="0"/>
            <a:r>
              <a:rPr lang="ja-JP" altLang="en-US" dirty="0">
                <a:latin typeface="ＭＳ 明朝" panose="02020609040205080304" pitchFamily="17" charset="-128"/>
                <a:ea typeface="ＭＳ 明朝" panose="02020609040205080304" pitchFamily="17" charset="-128"/>
              </a:rPr>
              <a:t>冒険しましょう。</a:t>
            </a:r>
          </a:p>
          <a:p>
            <a:pPr rtl="0"/>
            <a:r>
              <a:rPr lang="ja-JP" altLang="en-US" dirty="0">
                <a:latin typeface="ＭＳ 明朝" panose="02020609040205080304" pitchFamily="17" charset="-128"/>
                <a:ea typeface="ＭＳ 明朝" panose="02020609040205080304" pitchFamily="17" charset="-128"/>
              </a:rPr>
              <a:t>批判してはいけません</a:t>
            </a:r>
            <a:r>
              <a:rPr lang="ja-JP" altLang="en-US" dirty="0"/>
              <a:t>。</a:t>
            </a:r>
          </a:p>
        </p:txBody>
      </p:sp>
    </p:spTree>
    <p:extLst>
      <p:ext uri="{BB962C8B-B14F-4D97-AF65-F5344CB8AC3E}">
        <p14:creationId xmlns:p14="http://schemas.microsoft.com/office/powerpoint/2010/main" val="3252008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title"/>
          </p:nvPr>
        </p:nvSpPr>
        <p:spPr/>
        <p:txBody>
          <a:bodyPr rtlCol="0"/>
          <a:lstStyle/>
          <a:p>
            <a:pPr rtl="0"/>
            <a:r>
              <a:rPr lang="ja-JP" altLang="en-US" dirty="0">
                <a:latin typeface="Meiryo UI" panose="020B0604030504040204" pitchFamily="50" charset="-128"/>
                <a:ea typeface="Meiryo UI" panose="020B0604030504040204" pitchFamily="50" charset="-128"/>
              </a:rPr>
              <a:t>ブレーンストーミングの活動</a:t>
            </a:r>
          </a:p>
        </p:txBody>
      </p:sp>
      <p:sp>
        <p:nvSpPr>
          <p:cNvPr id="2" name="コンテンツ プレースホルダー 1"/>
          <p:cNvSpPr>
            <a:spLocks noGrp="1"/>
          </p:cNvSpPr>
          <p:nvPr>
            <p:ph idx="1"/>
          </p:nvPr>
        </p:nvSpPr>
        <p:spPr/>
        <p:txBody>
          <a:bodyPr rtlCol="0"/>
          <a:lstStyle/>
          <a:p>
            <a:pPr rtl="0"/>
            <a:r>
              <a:rPr lang="ja-JP" altLang="en-US" dirty="0">
                <a:latin typeface="ＭＳ 明朝" panose="02020609040205080304" pitchFamily="17" charset="-128"/>
                <a:ea typeface="ＭＳ 明朝" panose="02020609040205080304" pitchFamily="17" charset="-128"/>
              </a:rPr>
              <a:t>アイデアを出します。</a:t>
            </a:r>
          </a:p>
          <a:p>
            <a:pPr lvl="1" rtl="0"/>
            <a:r>
              <a:rPr lang="ja-JP" altLang="en-US" dirty="0">
                <a:latin typeface="ＭＳ 明朝" panose="02020609040205080304" pitchFamily="17" charset="-128"/>
                <a:ea typeface="ＭＳ 明朝" panose="02020609040205080304" pitchFamily="17" charset="-128"/>
              </a:rPr>
              <a:t>ゲームやエクササイズで、創造的思考の “ウォーミング アップ” をします。</a:t>
            </a:r>
          </a:p>
          <a:p>
            <a:pPr lvl="1" rtl="0"/>
            <a:r>
              <a:rPr lang="ja-JP" altLang="en-US" dirty="0">
                <a:latin typeface="ＭＳ 明朝" panose="02020609040205080304" pitchFamily="17" charset="-128"/>
                <a:ea typeface="ＭＳ 明朝" panose="02020609040205080304" pitchFamily="17" charset="-128"/>
              </a:rPr>
              <a:t>アイデアがあまり出ない場合は、斬新なアイデアを生み出すために他のエクササイズを試してみます。</a:t>
            </a:r>
          </a:p>
          <a:p>
            <a:pPr lvl="1" rtl="0"/>
            <a:r>
              <a:rPr lang="ja-JP" altLang="en-US" dirty="0">
                <a:latin typeface="ＭＳ 明朝" panose="02020609040205080304" pitchFamily="17" charset="-128"/>
                <a:ea typeface="ＭＳ 明朝" panose="02020609040205080304" pitchFamily="17" charset="-128"/>
              </a:rPr>
              <a:t>小さいグループに分けると、うまくいくことがあります。</a:t>
            </a:r>
          </a:p>
          <a:p>
            <a:pPr rtl="0"/>
            <a:r>
              <a:rPr lang="ja-JP" altLang="en-US" dirty="0">
                <a:latin typeface="ＭＳ 明朝" panose="02020609040205080304" pitchFamily="17" charset="-128"/>
                <a:ea typeface="ＭＳ 明朝" panose="02020609040205080304" pitchFamily="17" charset="-128"/>
              </a:rPr>
              <a:t>コンピューターを使って、すべてのコメント</a:t>
            </a:r>
            <a:r>
              <a:rPr lang="en-US" altLang="ja-JP" dirty="0">
                <a:latin typeface="ＭＳ 明朝" panose="02020609040205080304" pitchFamily="17" charset="-128"/>
                <a:ea typeface="ＭＳ 明朝" panose="02020609040205080304" pitchFamily="17" charset="-128"/>
              </a:rPr>
              <a:t>/</a:t>
            </a:r>
            <a:r>
              <a:rPr lang="ja-JP" altLang="en-US" dirty="0">
                <a:latin typeface="ＭＳ 明朝" panose="02020609040205080304" pitchFamily="17" charset="-128"/>
                <a:ea typeface="ＭＳ 明朝" panose="02020609040205080304" pitchFamily="17" charset="-128"/>
              </a:rPr>
              <a:t>アイデアをキャプチャします。</a:t>
            </a:r>
          </a:p>
        </p:txBody>
      </p:sp>
    </p:spTree>
    <p:extLst>
      <p:ext uri="{BB962C8B-B14F-4D97-AF65-F5344CB8AC3E}">
        <p14:creationId xmlns:p14="http://schemas.microsoft.com/office/powerpoint/2010/main" val="1419453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title"/>
          </p:nvPr>
        </p:nvSpPr>
        <p:spPr/>
        <p:txBody>
          <a:bodyPr rtlCol="0"/>
          <a:lstStyle/>
          <a:p>
            <a:pPr rtl="0"/>
            <a:r>
              <a:rPr lang="ja" dirty="0">
                <a:latin typeface="Meiryo UI" panose="020B0604030504040204" pitchFamily="50" charset="-128"/>
                <a:ea typeface="Meiryo UI" panose="020B0604030504040204" pitchFamily="50" charset="-128"/>
              </a:rPr>
              <a:t>まとめ</a:t>
            </a:r>
          </a:p>
        </p:txBody>
      </p:sp>
      <p:sp>
        <p:nvSpPr>
          <p:cNvPr id="2" name="コンテンツ プレースホルダー 1"/>
          <p:cNvSpPr>
            <a:spLocks noGrp="1"/>
          </p:cNvSpPr>
          <p:nvPr>
            <p:ph idx="1"/>
          </p:nvPr>
        </p:nvSpPr>
        <p:spPr/>
        <p:txBody>
          <a:bodyPr rtlCol="0"/>
          <a:lstStyle/>
          <a:p>
            <a:pPr rtl="0"/>
            <a:r>
              <a:rPr lang="ja" dirty="0">
                <a:latin typeface="ＭＳ 明朝" panose="02020609040205080304" pitchFamily="17" charset="-128"/>
                <a:ea typeface="ＭＳ 明朝" panose="02020609040205080304" pitchFamily="17" charset="-128"/>
              </a:rPr>
              <a:t>アイデアを確認します。</a:t>
            </a:r>
          </a:p>
          <a:p>
            <a:pPr rtl="0"/>
            <a:r>
              <a:rPr lang="ja" dirty="0">
                <a:latin typeface="ＭＳ 明朝" panose="02020609040205080304" pitchFamily="17" charset="-128"/>
                <a:ea typeface="ＭＳ 明朝" panose="02020609040205080304" pitchFamily="17" charset="-128"/>
              </a:rPr>
              <a:t>上位の候補に投票して集約します。</a:t>
            </a:r>
          </a:p>
          <a:p>
            <a:pPr rtl="0"/>
            <a:r>
              <a:rPr lang="ja" dirty="0">
                <a:latin typeface="ＭＳ 明朝" panose="02020609040205080304" pitchFamily="17" charset="-128"/>
                <a:ea typeface="ＭＳ 明朝" panose="02020609040205080304" pitchFamily="17" charset="-128"/>
              </a:rPr>
              <a:t>要件と制限を確認します。</a:t>
            </a:r>
          </a:p>
          <a:p>
            <a:pPr rtl="0"/>
            <a:r>
              <a:rPr lang="ja" dirty="0">
                <a:latin typeface="ＭＳ 明朝" panose="02020609040205080304" pitchFamily="17" charset="-128"/>
                <a:ea typeface="ＭＳ 明朝" panose="02020609040205080304" pitchFamily="17" charset="-128"/>
              </a:rPr>
              <a:t>上位 5 から 10 のアイデアにリストの内容を調整します。</a:t>
            </a:r>
            <a:endParaRPr lang="en-US" dirty="0">
              <a:latin typeface="ＭＳ 明朝" panose="02020609040205080304" pitchFamily="17" charset="-128"/>
              <a:ea typeface="ＭＳ 明朝" panose="02020609040205080304" pitchFamily="17" charset="-128"/>
            </a:endParaRPr>
          </a:p>
        </p:txBody>
      </p:sp>
    </p:spTree>
    <p:extLst>
      <p:ext uri="{BB962C8B-B14F-4D97-AF65-F5344CB8AC3E}">
        <p14:creationId xmlns:p14="http://schemas.microsoft.com/office/powerpoint/2010/main" val="2054880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title"/>
          </p:nvPr>
        </p:nvSpPr>
        <p:spPr/>
        <p:txBody>
          <a:bodyPr rtlCol="0"/>
          <a:lstStyle/>
          <a:p>
            <a:pPr rtl="0"/>
            <a:r>
              <a:rPr lang="ja" dirty="0">
                <a:latin typeface="Meiryo UI" panose="020B0604030504040204" pitchFamily="50" charset="-128"/>
                <a:ea typeface="Meiryo UI" panose="020B0604030504040204" pitchFamily="50" charset="-128"/>
              </a:rPr>
              <a:t>次のステップ</a:t>
            </a:r>
          </a:p>
        </p:txBody>
      </p:sp>
      <p:sp>
        <p:nvSpPr>
          <p:cNvPr id="2" name="コンテンツ プレースホルダー 1"/>
          <p:cNvSpPr>
            <a:spLocks noGrp="1"/>
          </p:cNvSpPr>
          <p:nvPr>
            <p:ph idx="1"/>
          </p:nvPr>
        </p:nvSpPr>
        <p:spPr/>
        <p:txBody>
          <a:bodyPr rtlCol="0"/>
          <a:lstStyle/>
          <a:p>
            <a:pPr rtl="0"/>
            <a:r>
              <a:rPr lang="ja" dirty="0">
                <a:latin typeface="ＭＳ 明朝" panose="02020609040205080304" pitchFamily="17" charset="-128"/>
                <a:ea typeface="ＭＳ 明朝" panose="02020609040205080304" pitchFamily="17" charset="-128"/>
              </a:rPr>
              <a:t>次に何をするか説明します。</a:t>
            </a:r>
          </a:p>
          <a:p>
            <a:pPr lvl="1" rtl="0"/>
            <a:r>
              <a:rPr lang="ja" dirty="0">
                <a:latin typeface="ＭＳ 明朝" panose="02020609040205080304" pitchFamily="17" charset="-128"/>
                <a:ea typeface="ＭＳ 明朝" panose="02020609040205080304" pitchFamily="17" charset="-128"/>
              </a:rPr>
              <a:t>出てきたアイデアを調査する?</a:t>
            </a:r>
          </a:p>
          <a:p>
            <a:pPr lvl="1" rtl="0"/>
            <a:r>
              <a:rPr lang="ja" dirty="0">
                <a:latin typeface="ＭＳ 明朝" panose="02020609040205080304" pitchFamily="17" charset="-128"/>
                <a:ea typeface="ＭＳ 明朝" panose="02020609040205080304" pitchFamily="17" charset="-128"/>
              </a:rPr>
              <a:t>より大きなグループでフォロー アップする?</a:t>
            </a:r>
          </a:p>
          <a:p>
            <a:pPr rtl="0"/>
            <a:r>
              <a:rPr lang="ja" dirty="0">
                <a:latin typeface="ＭＳ 明朝" panose="02020609040205080304" pitchFamily="17" charset="-128"/>
                <a:ea typeface="ＭＳ 明朝" panose="02020609040205080304" pitchFamily="17" charset="-128"/>
              </a:rPr>
              <a:t>フォロー アップのためのアクション アイテムを生成します。</a:t>
            </a:r>
          </a:p>
          <a:p>
            <a:pPr lvl="1" rtl="0"/>
            <a:r>
              <a:rPr lang="ja" dirty="0">
                <a:latin typeface="ＭＳ 明朝" panose="02020609040205080304" pitchFamily="17" charset="-128"/>
                <a:ea typeface="ＭＳ 明朝" panose="02020609040205080304" pitchFamily="17" charset="-128"/>
              </a:rPr>
              <a:t>アイデアの実現を開始します。</a:t>
            </a:r>
            <a:endParaRPr lang="en-US" dirty="0">
              <a:latin typeface="ＭＳ 明朝" panose="02020609040205080304" pitchFamily="17" charset="-128"/>
              <a:ea typeface="ＭＳ 明朝" panose="02020609040205080304" pitchFamily="17" charset="-128"/>
            </a:endParaRPr>
          </a:p>
        </p:txBody>
      </p:sp>
    </p:spTree>
    <p:extLst>
      <p:ext uri="{BB962C8B-B14F-4D97-AF65-F5344CB8AC3E}">
        <p14:creationId xmlns:p14="http://schemas.microsoft.com/office/powerpoint/2010/main" val="112606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ブレーンストーミングのプレゼンテーション">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Century Gothic-Palatino Linotyp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panose="0204050205050503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spDef>
      <a:spPr/>
      <a:bodyPr rtlCol="0" anchor="ctr"/>
      <a:lstStyle>
        <a:defPPr algn="ctr">
          <a:defRPr/>
        </a:defPPr>
      </a:lstStyle>
      <a:style>
        <a:lnRef idx="1">
          <a:schemeClr val="accent3"/>
        </a:lnRef>
        <a:fillRef idx="2">
          <a:schemeClr val="accent3"/>
        </a:fillRef>
        <a:effectRef idx="1">
          <a:schemeClr val="accent3"/>
        </a:effectRef>
        <a:fontRef idx="minor">
          <a:schemeClr val="dk1"/>
        </a:fontRef>
      </a:style>
    </a:spDef>
    <a:lnDef>
      <a:spPr/>
      <a:bodyPr/>
      <a:lstStyle/>
      <a:style>
        <a:lnRef idx="1">
          <a:schemeClr val="accent1"/>
        </a:lnRef>
        <a:fillRef idx="0">
          <a:schemeClr val="accent1"/>
        </a:fillRef>
        <a:effectRef idx="0">
          <a:schemeClr val="accent1"/>
        </a:effectRef>
        <a:fontRef idx="minor">
          <a:schemeClr val="tx1"/>
        </a:fontRef>
      </a:style>
    </a:lnDef>
    <a:txDef>
      <a:spPr>
        <a:noFill/>
        <a:ln>
          <a:solidFill>
            <a:schemeClr val="bg2"/>
          </a:solidFill>
        </a:ln>
      </a:spPr>
      <a:bodyPr wrap="none" rtlCol="0">
        <a:spAutoFit/>
      </a:bodyPr>
      <a:lstStyle>
        <a:defPPr>
          <a:defRPr dirty="0" err="1" smtClean="0"/>
        </a:defPPr>
      </a:lstStyle>
    </a:txDef>
  </a:objectDefaults>
  <a:extraClrSchemeLst/>
  <a:extLst>
    <a:ext uri="{05A4C25C-085E-4340-85A3-A5531E510DB2}">
      <thm15:themeFamily xmlns:thm15="http://schemas.microsoft.com/office/thememl/2012/main" name="Office_15870482_TF03460637.potx" id="{8F3B156D-932A-4C4F-B19B-13DA9C7AB513}" vid="{CAF0C7A8-6467-402F-B5CC-E460ADA54AEF}"/>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ビジネス ブレーンストーミングのプレゼンテーション</Template>
  <TotalTime>921</TotalTime>
  <Words>1429</Words>
  <Application>Microsoft Office PowerPoint</Application>
  <PresentationFormat>ワイド画面</PresentationFormat>
  <Paragraphs>89</Paragraphs>
  <Slides>11</Slides>
  <Notes>11</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11</vt:i4>
      </vt:variant>
    </vt:vector>
  </HeadingPairs>
  <TitlesOfParts>
    <vt:vector size="16" baseType="lpstr">
      <vt:lpstr>Meiryo UI</vt:lpstr>
      <vt:lpstr>ＭＳ 明朝</vt:lpstr>
      <vt:lpstr>Palatino Linotype</vt:lpstr>
      <vt:lpstr>Wingdings 2</vt:lpstr>
      <vt:lpstr>ブレーンストーミングのプレゼンテーション</vt:lpstr>
      <vt:lpstr>創造性のセッション</vt:lpstr>
      <vt:lpstr>目次</vt:lpstr>
      <vt:lpstr>研究背景</vt:lpstr>
      <vt:lpstr>研究背景</vt:lpstr>
      <vt:lpstr>研究背景</vt:lpstr>
      <vt:lpstr>先行研究</vt:lpstr>
      <vt:lpstr>ブレーンストーミングの目標</vt:lpstr>
      <vt:lpstr>ルール</vt:lpstr>
      <vt:lpstr>ブレーンストーミングの活動</vt:lpstr>
      <vt:lpstr>まとめ</vt:lpstr>
      <vt:lpstr>次のステップ</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g26014nk</dc:creator>
  <cp:lastModifiedBy>g26014nk</cp:lastModifiedBy>
  <cp:revision>44</cp:revision>
  <dcterms:created xsi:type="dcterms:W3CDTF">2026-06-15T23:14:21Z</dcterms:created>
  <dcterms:modified xsi:type="dcterms:W3CDTF">2026-06-16T14:36:05Z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74069100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