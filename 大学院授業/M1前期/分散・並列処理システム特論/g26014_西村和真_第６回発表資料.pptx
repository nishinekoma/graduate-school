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0"/>
  </p:notesMasterIdLst>
  <p:handoutMasterIdLst>
    <p:handoutMasterId r:id="rId11"/>
  </p:handoutMasterIdLst>
  <p:sldIdLst>
    <p:sldId id="322" r:id="rId5"/>
    <p:sldId id="329" r:id="rId6"/>
    <p:sldId id="347" r:id="rId7"/>
    <p:sldId id="328" r:id="rId8"/>
    <p:sldId id="348" r:id="rId9"/>
  </p:sldIdLst>
  <p:sldSz cx="12192000" cy="6858000"/>
  <p:notesSz cx="6858000" cy="9144000"/>
  <p:defaultTextStyle>
    <a:defPPr rtl="0">
      <a:defRPr lang="ja-JP"/>
    </a:defPPr>
    <a:lvl1pPr marL="0" algn="l" defTabSz="914400" rtl="0" eaLnBrk="1" latinLnBrk="0" hangingPunct="1">
      <a:defRPr lang="ja-JP" sz="1800" kern="1200">
        <a:solidFill>
          <a:schemeClr val="tx1"/>
        </a:solidFill>
        <a:latin typeface="+mn-lt"/>
        <a:ea typeface="+mn-ea"/>
        <a:cs typeface="+mn-cs"/>
      </a:defRPr>
    </a:lvl1pPr>
    <a:lvl2pPr marL="457200" algn="l" defTabSz="914400" rtl="0" eaLnBrk="1" latinLnBrk="0" hangingPunct="1">
      <a:defRPr lang="ja-JP" sz="1800" kern="1200">
        <a:solidFill>
          <a:schemeClr val="tx1"/>
        </a:solidFill>
        <a:latin typeface="+mn-lt"/>
        <a:ea typeface="+mn-ea"/>
        <a:cs typeface="+mn-cs"/>
      </a:defRPr>
    </a:lvl2pPr>
    <a:lvl3pPr marL="914400" algn="l" defTabSz="914400" rtl="0" eaLnBrk="1" latinLnBrk="0" hangingPunct="1">
      <a:defRPr lang="ja-JP" sz="1800" kern="1200">
        <a:solidFill>
          <a:schemeClr val="tx1"/>
        </a:solidFill>
        <a:latin typeface="+mn-lt"/>
        <a:ea typeface="+mn-ea"/>
        <a:cs typeface="+mn-cs"/>
      </a:defRPr>
    </a:lvl3pPr>
    <a:lvl4pPr marL="1371600" algn="l" defTabSz="914400" rtl="0" eaLnBrk="1" latinLnBrk="0" hangingPunct="1">
      <a:defRPr lang="ja-JP" sz="1800" kern="1200">
        <a:solidFill>
          <a:schemeClr val="tx1"/>
        </a:solidFill>
        <a:latin typeface="+mn-lt"/>
        <a:ea typeface="+mn-ea"/>
        <a:cs typeface="+mn-cs"/>
      </a:defRPr>
    </a:lvl4pPr>
    <a:lvl5pPr marL="1828800" algn="l" defTabSz="914400" rtl="0" eaLnBrk="1" latinLnBrk="0" hangingPunct="1">
      <a:defRPr lang="ja-JP" sz="1800" kern="1200">
        <a:solidFill>
          <a:schemeClr val="tx1"/>
        </a:solidFill>
        <a:latin typeface="+mn-lt"/>
        <a:ea typeface="+mn-ea"/>
        <a:cs typeface="+mn-cs"/>
      </a:defRPr>
    </a:lvl5pPr>
    <a:lvl6pPr marL="2286000" algn="l" defTabSz="914400" rtl="0" eaLnBrk="1" latinLnBrk="0" hangingPunct="1">
      <a:defRPr lang="ja-JP" sz="1800" kern="1200">
        <a:solidFill>
          <a:schemeClr val="tx1"/>
        </a:solidFill>
        <a:latin typeface="+mn-lt"/>
        <a:ea typeface="+mn-ea"/>
        <a:cs typeface="+mn-cs"/>
      </a:defRPr>
    </a:lvl6pPr>
    <a:lvl7pPr marL="2743200" algn="l" defTabSz="914400" rtl="0" eaLnBrk="1" latinLnBrk="0" hangingPunct="1">
      <a:defRPr lang="ja-JP" sz="1800" kern="1200">
        <a:solidFill>
          <a:schemeClr val="tx1"/>
        </a:solidFill>
        <a:latin typeface="+mn-lt"/>
        <a:ea typeface="+mn-ea"/>
        <a:cs typeface="+mn-cs"/>
      </a:defRPr>
    </a:lvl7pPr>
    <a:lvl8pPr marL="3200400" algn="l" defTabSz="914400" rtl="0" eaLnBrk="1" latinLnBrk="0" hangingPunct="1">
      <a:defRPr lang="ja-JP" sz="1800" kern="1200">
        <a:solidFill>
          <a:schemeClr val="tx1"/>
        </a:solidFill>
        <a:latin typeface="+mn-lt"/>
        <a:ea typeface="+mn-ea"/>
        <a:cs typeface="+mn-cs"/>
      </a:defRPr>
    </a:lvl8pPr>
    <a:lvl9pPr marL="3657600" algn="l" defTabSz="914400" rtl="0" eaLnBrk="1" latinLnBrk="0" hangingPunct="1">
      <a:defRPr lang="ja-JP"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513" autoAdjust="0"/>
  </p:normalViewPr>
  <p:slideViewPr>
    <p:cSldViewPr snapToGrid="0">
      <p:cViewPr varScale="1">
        <p:scale>
          <a:sx n="52" d="100"/>
          <a:sy n="52" d="100"/>
        </p:scale>
        <p:origin x="1228" y="56"/>
      </p:cViewPr>
      <p:guideLst/>
    </p:cSldViewPr>
  </p:slideViewPr>
  <p:outlineViewPr>
    <p:cViewPr>
      <p:scale>
        <a:sx n="33" d="100"/>
        <a:sy n="33" d="100"/>
      </p:scale>
      <p:origin x="0" y="-7776"/>
    </p:cViewPr>
  </p:outlineViewPr>
  <p:notesTextViewPr>
    <p:cViewPr>
      <p:scale>
        <a:sx n="3" d="2"/>
        <a:sy n="3" d="2"/>
      </p:scale>
      <p:origin x="0" y="0"/>
    </p:cViewPr>
  </p:notesTextViewPr>
  <p:sorterViewPr>
    <p:cViewPr>
      <p:scale>
        <a:sx n="100" d="100"/>
        <a:sy n="100" d="100"/>
      </p:scale>
      <p:origin x="0" y="0"/>
    </p:cViewPr>
  </p:sorterViewPr>
  <p:notesViewPr>
    <p:cSldViewPr snapToGrid="0">
      <p:cViewPr>
        <p:scale>
          <a:sx n="80" d="100"/>
          <a:sy n="80" d="100"/>
        </p:scale>
        <p:origin x="4002" y="15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vl1pPr>
          </a:lstStyle>
          <a:p>
            <a:pPr rtl="0"/>
            <a:endParaRPr lang="ja-JP" dirty="0">
              <a:latin typeface="Meiryo UI" panose="020B0604030504040204" pitchFamily="50" charset="-128"/>
              <a:ea typeface="Meiryo UI" panose="020B0604030504040204" pitchFamily="50" charset="-128"/>
            </a:endParaRPr>
          </a:p>
        </p:txBody>
      </p:sp>
      <p:sp>
        <p:nvSpPr>
          <p:cNvPr id="3" name="日付プレースホルダー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ja-JP" sz="1200"/>
            </a:lvl1pPr>
          </a:lstStyle>
          <a:p>
            <a:pPr rtl="0"/>
            <a:fld id="{3D428F60-EEB6-4235-8F32-A11CE9C14B93}" type="datetime1">
              <a:rPr lang="ja-JP" altLang="en-US" smtClean="0">
                <a:latin typeface="Meiryo UI" panose="020B0604030504040204" pitchFamily="50" charset="-128"/>
                <a:ea typeface="Meiryo UI" panose="020B0604030504040204" pitchFamily="50" charset="-128"/>
              </a:rPr>
              <a:t>2026/6/1</a:t>
            </a:fld>
            <a:endParaRPr lang="ja-JP" dirty="0">
              <a:latin typeface="Meiryo UI" panose="020B0604030504040204" pitchFamily="50" charset="-128"/>
              <a:ea typeface="Meiryo UI" panose="020B0604030504040204" pitchFamily="50" charset="-128"/>
            </a:endParaRPr>
          </a:p>
        </p:txBody>
      </p:sp>
      <p:sp>
        <p:nvSpPr>
          <p:cNvPr id="4" name="フッター プレースホルダー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ja-JP" sz="1200"/>
            </a:lvl1pPr>
          </a:lstStyle>
          <a:p>
            <a:pPr rtl="0"/>
            <a:endParaRPr lang="ja-JP" dirty="0">
              <a:latin typeface="Meiryo UI" panose="020B0604030504040204" pitchFamily="50" charset="-128"/>
              <a:ea typeface="Meiryo UI" panose="020B0604030504040204" pitchFamily="50" charset="-128"/>
            </a:endParaRPr>
          </a:p>
        </p:txBody>
      </p:sp>
      <p:sp>
        <p:nvSpPr>
          <p:cNvPr id="5" name="スライド番号プレースホルダー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ja-JP" sz="1200"/>
            </a:lvl1pPr>
          </a:lstStyle>
          <a:p>
            <a:pPr rtl="0"/>
            <a:fld id="{00AC623C-86E0-4A85-83FB-F4A716956FD4}" type="slidenum">
              <a:rPr lang="ja-JP" smtClean="0">
                <a:latin typeface="Meiryo UI" panose="020B0604030504040204" pitchFamily="50" charset="-128"/>
                <a:ea typeface="Meiryo UI" panose="020B0604030504040204" pitchFamily="50" charset="-128"/>
              </a:rPr>
              <a:t>‹#›</a:t>
            </a:fld>
            <a:endParaRPr 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atin typeface="Meiryo UI" panose="020B0604030504040204" pitchFamily="50" charset="-128"/>
                <a:ea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ja-JP" sz="1200">
                <a:latin typeface="Meiryo UI" panose="020B0604030504040204" pitchFamily="50" charset="-128"/>
                <a:ea typeface="Meiryo UI" panose="020B0604030504040204" pitchFamily="50" charset="-128"/>
              </a:defRPr>
            </a:lvl1pPr>
          </a:lstStyle>
          <a:p>
            <a:fld id="{D2E69705-234C-4F4E-8785-2C3496ACDA1A}" type="datetime1">
              <a:rPr lang="en-US" altLang="ja-JP" smtClean="0"/>
              <a:pPr/>
              <a:t>6/1/2026</a:t>
            </a:fld>
            <a:endParaRPr lang="ja-JP" altLang="en-US" dirty="0"/>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ja-JP"/>
            </a:defPPr>
          </a:lstStyle>
          <a:p>
            <a:pPr rtl="0"/>
            <a:endParaRPr lang="ja-JP" dirty="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ja-JP"/>
            </a:defPPr>
          </a:lstStyle>
          <a:p>
            <a:pPr lvl="0" rtl="0"/>
            <a:r>
              <a:rPr lang="ja-JP" dirty="0"/>
              <a:t>クリックしてマスター テキストのスタイルを編集</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ja-JP" sz="1200">
                <a:latin typeface="Meiryo UI" panose="020B0604030504040204" pitchFamily="50" charset="-128"/>
                <a:ea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ja-JP" sz="1200">
                <a:latin typeface="Meiryo UI" panose="020B0604030504040204" pitchFamily="50" charset="-128"/>
                <a:ea typeface="Meiryo UI" panose="020B0604030504040204" pitchFamily="50" charset="-128"/>
              </a:defRPr>
            </a:lvl1pPr>
          </a:lstStyle>
          <a:p>
            <a:fld id="{C37D7554-D10C-4E29-B8E6-BB7111FA614F}" type="slidenum">
              <a:rPr lang="en-US" altLang="ja-JP" smtClean="0"/>
              <a:pPr/>
              <a:t>‹#›</a:t>
            </a:fld>
            <a:endParaRPr lang="en-US"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2pPr>
    <a:lvl3pPr marL="9144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3pPr>
    <a:lvl4pPr marL="13716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4pPr>
    <a:lvl5pPr marL="18288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5pPr>
    <a:lvl6pPr marL="2286000" algn="l" defTabSz="914400" rtl="0" eaLnBrk="1" latinLnBrk="0" hangingPunct="1">
      <a:defRPr lang="ja-JP" sz="1200" kern="1200">
        <a:solidFill>
          <a:schemeClr val="tx1"/>
        </a:solidFill>
        <a:latin typeface="+mn-cs"/>
        <a:ea typeface="+mn-ea"/>
        <a:cs typeface="+mn-cs"/>
      </a:defRPr>
    </a:lvl6pPr>
    <a:lvl7pPr marL="2743200" algn="l" defTabSz="914400" rtl="0" eaLnBrk="1" latinLnBrk="0" hangingPunct="1">
      <a:defRPr lang="ja-JP" sz="1200" kern="1200">
        <a:solidFill>
          <a:schemeClr val="tx1"/>
        </a:solidFill>
        <a:latin typeface="+mn-cs"/>
        <a:ea typeface="+mn-ea"/>
        <a:cs typeface="+mn-cs"/>
      </a:defRPr>
    </a:lvl7pPr>
    <a:lvl8pPr marL="3200400" algn="l" defTabSz="914400" rtl="0" eaLnBrk="1" latinLnBrk="0" hangingPunct="1">
      <a:defRPr lang="ja-JP" sz="1200" kern="1200">
        <a:solidFill>
          <a:schemeClr val="tx1"/>
        </a:solidFill>
        <a:latin typeface="+mn-cs"/>
        <a:ea typeface="+mn-ea"/>
        <a:cs typeface="+mn-cs"/>
      </a:defRPr>
    </a:lvl8pPr>
    <a:lvl9pPr marL="3657600" algn="l" defTabSz="914400" rtl="0" eaLnBrk="1" latinLnBrk="0" hangingPunct="1">
      <a:defRPr lang="ja-JP" sz="1200" kern="1200">
        <a:solidFill>
          <a:schemeClr val="tx1"/>
        </a:solidFill>
        <a:latin typeface="+mn-cs"/>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defPPr>
              <a:defRPr lang="ja-JP"/>
            </a:defPPr>
          </a:lstStyle>
          <a:p>
            <a:pPr rtl="0"/>
            <a:r>
              <a:rPr lang="ja-JP" altLang="en-US" dirty="0"/>
              <a:t>秋山・斎藤ゼミ 西村です。</a:t>
            </a:r>
            <a:endParaRPr lang="en-US" altLang="ja-JP" dirty="0"/>
          </a:p>
          <a:p>
            <a:r>
              <a:rPr lang="ja-JP" altLang="en-US" dirty="0"/>
              <a:t>エ</a:t>
            </a:r>
            <a:r>
              <a:rPr lang="en-US" altLang="ja-JP" dirty="0"/>
              <a:t>―</a:t>
            </a:r>
            <a:r>
              <a:rPr lang="ja-JP" altLang="en-US" dirty="0"/>
              <a:t>今回はですね、マルチスレッドの利点と欠点ということを簡単に説明していきます。</a:t>
            </a:r>
            <a:endParaRPr lang="en-US" altLang="ja-JP" dirty="0"/>
          </a:p>
          <a:p>
            <a:endParaRPr lang="ja-JP" dirty="0"/>
          </a:p>
        </p:txBody>
      </p:sp>
      <p:sp>
        <p:nvSpPr>
          <p:cNvPr id="4" name="スライド番号プレースホルダー 3"/>
          <p:cNvSpPr>
            <a:spLocks noGrp="1"/>
          </p:cNvSpPr>
          <p:nvPr>
            <p:ph type="sldNum" sz="quarter" idx="5"/>
          </p:nvPr>
        </p:nvSpPr>
        <p:spPr/>
        <p:txBody>
          <a:bodyPr rtlCol="0"/>
          <a:lstStyle>
            <a:defPPr>
              <a:defRPr lang="ja-JP"/>
            </a:defPPr>
          </a:lstStyle>
          <a:p>
            <a:pPr rtl="0"/>
            <a:fld id="{C37D7554-D10C-4E29-B8E6-BB7111FA614F}" type="slidenum">
              <a:rPr lang="ja-JP" smtClean="0"/>
              <a:t>1</a:t>
            </a:fld>
            <a:endParaRPr lang="ja-JP" dirty="0"/>
          </a:p>
        </p:txBody>
      </p:sp>
    </p:spTree>
    <p:extLst>
      <p:ext uri="{BB962C8B-B14F-4D97-AF65-F5344CB8AC3E}">
        <p14:creationId xmlns:p14="http://schemas.microsoft.com/office/powerpoint/2010/main" val="1212342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91952-E6F8-74B7-14C1-E4AF4CEDA98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BC4B99-6EC4-C6F9-C60F-DEE61634B5C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CCE373-C572-E3E4-B21F-8FDA41875766}"/>
              </a:ext>
            </a:extLst>
          </p:cNvPr>
          <p:cNvSpPr>
            <a:spLocks noGrp="1"/>
          </p:cNvSpPr>
          <p:nvPr>
            <p:ph type="body" idx="1"/>
          </p:nvPr>
        </p:nvSpPr>
        <p:spPr/>
        <p:txBody>
          <a:bodyPr rtlCol="0"/>
          <a:lstStyle>
            <a:defPPr>
              <a:defRPr lang="ja-JP"/>
            </a:defPPr>
          </a:lstStyle>
          <a:p>
            <a:pPr marL="0" lvl="0" indent="0">
              <a:buFont typeface="Arial" panose="020B0604020202020204" pitchFamily="34" charset="0"/>
              <a:buNone/>
              <a:defRPr/>
            </a:pPr>
            <a:r>
              <a:rPr lang="ja-JP" altLang="en-US" dirty="0"/>
              <a:t>まぁいつも通り結論から。</a:t>
            </a:r>
            <a:br>
              <a:rPr lang="en-US" altLang="ja-JP" dirty="0"/>
            </a:br>
            <a:r>
              <a:rPr lang="en-US" altLang="ja-JP" dirty="0"/>
              <a:t>start</a:t>
            </a:r>
            <a:r>
              <a:rPr lang="ja-JP" altLang="en-US" dirty="0"/>
              <a:t>メソッドと</a:t>
            </a:r>
            <a:r>
              <a:rPr lang="en-US" altLang="ja-JP" dirty="0"/>
              <a:t>run</a:t>
            </a:r>
            <a:r>
              <a:rPr lang="ja-JP" altLang="en-US" dirty="0"/>
              <a:t>メソッドの違いは、一言で言えばマルチスレッドで実行するか、シングルスレッドで実行するかの違いだけです。つまり、同時にスレッドを走らせるか、一つのスレッド内</a:t>
            </a:r>
            <a:br>
              <a:rPr lang="en-US" altLang="ja-JP" dirty="0"/>
            </a:br>
            <a:r>
              <a:rPr lang="ja-JP" altLang="en-US" dirty="0"/>
              <a:t>具体的には</a:t>
            </a:r>
            <a:r>
              <a:rPr lang="en-US" altLang="ja-JP" dirty="0"/>
              <a:t>start()</a:t>
            </a:r>
            <a:r>
              <a:rPr lang="ja-JP" altLang="en-US" dirty="0"/>
              <a:t>メソッドは、</a:t>
            </a:r>
            <a:r>
              <a:rPr lang="ja-JP" altLang="en-US" b="1" dirty="0"/>
              <a:t>新しいスレッドを生成して別の処理として同時</a:t>
            </a:r>
            <a:r>
              <a:rPr lang="ja-JP" altLang="en-US" dirty="0"/>
              <a:t>に走らせる、　「マルチスレッド」となり、</a:t>
            </a:r>
            <a:r>
              <a:rPr lang="en-US" altLang="ja-JP" dirty="0"/>
              <a:t>run()</a:t>
            </a:r>
            <a:r>
              <a:rPr lang="ja-JP" altLang="en-US" dirty="0"/>
              <a:t>メソッドは、新しいスレッドは生成せず、いまのスレッドがそのまま処理を実行するシングルスレッドのままといった感じです。</a:t>
            </a:r>
            <a:endParaRPr kumimoji="1" lang="ja-JP" altLang="en-US" b="0" dirty="0"/>
          </a:p>
        </p:txBody>
      </p:sp>
      <p:sp>
        <p:nvSpPr>
          <p:cNvPr id="4" name="スライド番号プレースホルダー 3">
            <a:extLst>
              <a:ext uri="{FF2B5EF4-FFF2-40B4-BE49-F238E27FC236}">
                <a16:creationId xmlns:a16="http://schemas.microsoft.com/office/drawing/2014/main" id="{6ECBA889-9CDE-BC64-BE33-A106ACE73EF7}"/>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2</a:t>
            </a:fld>
            <a:endParaRPr lang="ja-JP" dirty="0"/>
          </a:p>
        </p:txBody>
      </p:sp>
    </p:spTree>
    <p:extLst>
      <p:ext uri="{BB962C8B-B14F-4D97-AF65-F5344CB8AC3E}">
        <p14:creationId xmlns:p14="http://schemas.microsoft.com/office/powerpoint/2010/main" val="4118898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C8ADD-FDD0-F03B-2275-762EA551EE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6009CC-AA86-671F-5D79-F7E86E2236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A021D7-36E1-E911-FBA4-82CFCDF16A9F}"/>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コ</a:t>
            </a:r>
            <a:r>
              <a:rPr lang="en-US" altLang="ja-JP" dirty="0"/>
              <a:t>―</a:t>
            </a:r>
            <a:r>
              <a:rPr lang="ja-JP" altLang="en-US" dirty="0"/>
              <a:t>ド見て前で説明。今回、</a:t>
            </a:r>
            <a:r>
              <a:rPr lang="en-US" altLang="ja-JP" dirty="0" err="1"/>
              <a:t>MyThread</a:t>
            </a:r>
            <a:r>
              <a:rPr lang="ja-JP" altLang="en-US" dirty="0"/>
              <a:t>クラスと</a:t>
            </a:r>
            <a:r>
              <a:rPr lang="en-US" altLang="ja-JP" dirty="0"/>
              <a:t>Main</a:t>
            </a:r>
            <a:r>
              <a:rPr lang="ja-JP" altLang="en-US" dirty="0"/>
              <a:t>クラスの二つがあります。</a:t>
            </a:r>
            <a:r>
              <a:rPr lang="en-US" altLang="ja-JP" dirty="0" err="1"/>
              <a:t>MyThread</a:t>
            </a:r>
            <a:r>
              <a:rPr lang="ja-JP" altLang="en-US" dirty="0"/>
              <a:t>クラスと</a:t>
            </a:r>
            <a:r>
              <a:rPr lang="en-US" altLang="ja-JP" dirty="0"/>
              <a:t>Main</a:t>
            </a:r>
            <a:r>
              <a:rPr lang="ja-JP" altLang="en-US" dirty="0"/>
              <a:t>クラスという二つのスレッドがあります。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違いがあるとすれば</a:t>
            </a:r>
            <a:r>
              <a:rPr lang="en-US" altLang="ja-JP" dirty="0" err="1"/>
              <a:t>t.start</a:t>
            </a:r>
            <a:r>
              <a:rPr lang="en-US" altLang="ja-JP" dirty="0"/>
              <a:t>()</a:t>
            </a:r>
            <a:r>
              <a:rPr lang="ja-JP" altLang="en-US" dirty="0"/>
              <a:t>か</a:t>
            </a:r>
            <a:r>
              <a:rPr lang="en-US" altLang="ja-JP" dirty="0" err="1"/>
              <a:t>t.run</a:t>
            </a:r>
            <a:r>
              <a:rPr lang="ja-JP" altLang="en-US" dirty="0"/>
              <a:t>です。結果を見るとわかる通り実行結果がバラバラか、毎度同じ順序になるかの違いだけです。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コ</a:t>
            </a:r>
            <a:r>
              <a:rPr lang="en-US" altLang="ja-JP" dirty="0"/>
              <a:t>―</a:t>
            </a:r>
            <a:r>
              <a:rPr lang="ja-JP" altLang="en-US" dirty="0"/>
              <a:t>ドの詳細の解説が欲しければしますがいりますか？いなければ次の説明行きます。</a:t>
            </a:r>
            <a:br>
              <a:rPr lang="en-US" altLang="ja-JP" dirty="0"/>
            </a:br>
            <a:r>
              <a:rPr lang="en-US" altLang="ja-JP" dirty="0"/>
              <a:t>	</a:t>
            </a:r>
            <a:r>
              <a:rPr lang="ja-JP" altLang="en-US" dirty="0"/>
              <a:t>いる</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	</a:t>
            </a:r>
            <a:r>
              <a:rPr lang="en-US" altLang="ja-JP" dirty="0" err="1"/>
              <a:t>MyThread</a:t>
            </a:r>
            <a:r>
              <a:rPr lang="ja-JP" altLang="en-US" dirty="0"/>
              <a:t>と</a:t>
            </a:r>
            <a:r>
              <a:rPr lang="en-US" altLang="ja-JP" dirty="0"/>
              <a:t>Main</a:t>
            </a:r>
            <a:r>
              <a:rPr lang="ja-JP" altLang="en-US" dirty="0"/>
              <a:t>という二つの実行プログラム、こいつらが</a:t>
            </a:r>
            <a:r>
              <a:rPr lang="en-US" altLang="ja-JP" dirty="0"/>
              <a:t>2</a:t>
            </a:r>
            <a:r>
              <a:rPr lang="ja-JP" altLang="en-US" dirty="0"/>
              <a:t>つのスレッドとして機能する。</a:t>
            </a:r>
            <a:r>
              <a:rPr lang="en-US" altLang="ja-JP" dirty="0"/>
              <a:t>Main</a:t>
            </a:r>
            <a:r>
              <a:rPr lang="ja-JP" altLang="en-US" dirty="0"/>
              <a:t>内の</a:t>
            </a:r>
            <a:r>
              <a:rPr lang="en-US" altLang="ja-JP" dirty="0" err="1"/>
              <a:t>Thread.sleep</a:t>
            </a:r>
            <a:r>
              <a:rPr lang="ja-JP" altLang="en-US" dirty="0"/>
              <a:t>は自身のメインスレッド。</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Q</a:t>
            </a:r>
            <a:r>
              <a:rPr lang="ja-JP" altLang="en-US" dirty="0"/>
              <a:t>。</a:t>
            </a:r>
            <a:r>
              <a:rPr lang="en-US" altLang="ja-JP" dirty="0"/>
              <a:t>main</a:t>
            </a:r>
            <a:r>
              <a:rPr lang="ja-JP" altLang="en-US" dirty="0"/>
              <a:t>はなぜ</a:t>
            </a:r>
            <a:r>
              <a:rPr lang="en-US" altLang="ja-JP" dirty="0"/>
              <a:t>Thread</a:t>
            </a:r>
            <a:r>
              <a:rPr lang="ja-JP" altLang="en-US" dirty="0"/>
              <a:t>継承してないのに</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  static</a:t>
            </a:r>
            <a:r>
              <a:rPr lang="ja-JP" altLang="en-US" dirty="0"/>
              <a:t>のついた</a:t>
            </a:r>
            <a:r>
              <a:rPr lang="en-US" altLang="ja-JP" dirty="0"/>
              <a:t>main</a:t>
            </a:r>
            <a:r>
              <a:rPr lang="ja-JP" altLang="en-US" dirty="0"/>
              <a:t>メソッドは、プログラムが実行される場所です。そのため</a:t>
            </a:r>
            <a:r>
              <a:rPr lang="en-US" altLang="ja-JP" dirty="0"/>
              <a:t>JVM</a:t>
            </a:r>
            <a:r>
              <a:rPr lang="ja-JP" altLang="en-US" dirty="0"/>
              <a:t>の裏側で</a:t>
            </a:r>
            <a:endParaRPr lang="en-US" altLang="ja-JP" dirty="0"/>
          </a:p>
        </p:txBody>
      </p:sp>
      <p:sp>
        <p:nvSpPr>
          <p:cNvPr id="4" name="スライド番号プレースホルダー 3">
            <a:extLst>
              <a:ext uri="{FF2B5EF4-FFF2-40B4-BE49-F238E27FC236}">
                <a16:creationId xmlns:a16="http://schemas.microsoft.com/office/drawing/2014/main" id="{CB32A53B-EF82-4C18-71CF-3F509590410B}"/>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3</a:t>
            </a:fld>
            <a:endParaRPr lang="ja-JP" dirty="0"/>
          </a:p>
        </p:txBody>
      </p:sp>
    </p:spTree>
    <p:extLst>
      <p:ext uri="{BB962C8B-B14F-4D97-AF65-F5344CB8AC3E}">
        <p14:creationId xmlns:p14="http://schemas.microsoft.com/office/powerpoint/2010/main" val="4210443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AC6D7-4DBB-2419-6C76-C89414E548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3ED28E4-0A0D-D7D7-439B-6DE4528A8B1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C607476-F505-5130-CECD-D39AAB0687B0}"/>
              </a:ext>
            </a:extLst>
          </p:cNvPr>
          <p:cNvSpPr>
            <a:spLocks noGrp="1"/>
          </p:cNvSpPr>
          <p:nvPr>
            <p:ph type="body" idx="1"/>
          </p:nvPr>
        </p:nvSpPr>
        <p:spPr/>
        <p:txBody>
          <a:bodyPr rtlCol="0"/>
          <a:lstStyle>
            <a:defPPr>
              <a:defRPr lang="ja-JP"/>
            </a:defPPr>
          </a:lstStyle>
          <a:p>
            <a:pPr>
              <a:lnSpc>
                <a:spcPct val="110000"/>
              </a:lnSpc>
            </a:pPr>
            <a:r>
              <a:rPr lang="ja-JP" altLang="en-US" sz="1200" dirty="0"/>
              <a:t>なぜ</a:t>
            </a:r>
            <a:r>
              <a:rPr lang="en-US" altLang="ja-JP" sz="1200" dirty="0"/>
              <a:t>start()</a:t>
            </a:r>
            <a:r>
              <a:rPr lang="ja-JP" altLang="en-US" sz="1200" dirty="0"/>
              <a:t>メソッドと</a:t>
            </a:r>
            <a:r>
              <a:rPr lang="en-US" altLang="ja-JP" sz="1200" dirty="0"/>
              <a:t>run()</a:t>
            </a:r>
            <a:r>
              <a:rPr lang="ja-JP" altLang="en-US" sz="1200" dirty="0"/>
              <a:t>メソッドがあるのかを簡単に紹介します。</a:t>
            </a:r>
            <a:endParaRPr lang="en-US" altLang="ja-JP" sz="1200" dirty="0"/>
          </a:p>
          <a:p>
            <a:pPr>
              <a:lnSpc>
                <a:spcPct val="110000"/>
              </a:lnSpc>
            </a:pPr>
            <a:r>
              <a:rPr lang="en-US" altLang="ja-JP" sz="1200" dirty="0"/>
              <a:t>start</a:t>
            </a:r>
            <a:r>
              <a:rPr lang="ja-JP" altLang="en-US" sz="1200" dirty="0"/>
              <a:t>メソッドはマルチスレッドの仕組みを提供し、</a:t>
            </a:r>
            <a:r>
              <a:rPr lang="en-US" altLang="ja-JP" sz="1200" dirty="0"/>
              <a:t>run</a:t>
            </a:r>
            <a:r>
              <a:rPr lang="ja-JP" altLang="en-US" sz="1200" dirty="0"/>
              <a:t>メソッドは、スレッド内で行われる処理の中身を定義するメソッドです。</a:t>
            </a:r>
            <a:endParaRPr lang="en-US" altLang="ja-JP" sz="1200" dirty="0"/>
          </a:p>
          <a:p>
            <a:pPr>
              <a:lnSpc>
                <a:spcPct val="110000"/>
              </a:lnSpc>
            </a:pPr>
            <a:r>
              <a:rPr lang="ja-JP" altLang="en-US" sz="1200" dirty="0"/>
              <a:t>使い分けとして時間をかかる処理を並行して行いたい時には、同時に処理を動かす</a:t>
            </a:r>
            <a:r>
              <a:rPr lang="en-US" altLang="ja-JP" sz="1200" dirty="0"/>
              <a:t>start</a:t>
            </a:r>
            <a:r>
              <a:rPr lang="ja-JP" altLang="en-US" sz="1200" dirty="0"/>
              <a:t>メソッド、</a:t>
            </a:r>
            <a:br>
              <a:rPr lang="en-US" altLang="ja-JP" sz="1200" dirty="0"/>
            </a:br>
            <a:r>
              <a:rPr lang="ja-JP" altLang="en-US" sz="1200" dirty="0"/>
              <a:t>簡単なテストや順番に処理したいなら</a:t>
            </a:r>
            <a:r>
              <a:rPr lang="en-US" altLang="ja-JP" sz="1200" dirty="0"/>
              <a:t>run</a:t>
            </a:r>
            <a:r>
              <a:rPr lang="ja-JP" altLang="en-US" sz="1200" dirty="0"/>
              <a:t>メソッドを使用する感じです。</a:t>
            </a:r>
            <a:endParaRPr lang="en-US" altLang="ja-JP" sz="1200" dirty="0"/>
          </a:p>
          <a:p>
            <a:pPr>
              <a:lnSpc>
                <a:spcPct val="110000"/>
              </a:lnSpc>
            </a:pPr>
            <a:endParaRPr lang="en-US" altLang="ja-JP" sz="1200" dirty="0"/>
          </a:p>
        </p:txBody>
      </p:sp>
      <p:sp>
        <p:nvSpPr>
          <p:cNvPr id="4" name="スライド番号プレースホルダー 3">
            <a:extLst>
              <a:ext uri="{FF2B5EF4-FFF2-40B4-BE49-F238E27FC236}">
                <a16:creationId xmlns:a16="http://schemas.microsoft.com/office/drawing/2014/main" id="{01621335-EA61-D835-9274-593302084DB6}"/>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4</a:t>
            </a:fld>
            <a:endParaRPr lang="ja-JP" dirty="0"/>
          </a:p>
        </p:txBody>
      </p:sp>
    </p:spTree>
    <p:extLst>
      <p:ext uri="{BB962C8B-B14F-4D97-AF65-F5344CB8AC3E}">
        <p14:creationId xmlns:p14="http://schemas.microsoft.com/office/powerpoint/2010/main" val="15385212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AA332-C12F-A826-8ADB-F601CF8F132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D4C9EC-9A29-DB3A-6D69-152B5965F44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52EC817-77CC-0624-829B-4AE52FA7F41A}"/>
              </a:ext>
            </a:extLst>
          </p:cNvPr>
          <p:cNvSpPr>
            <a:spLocks noGrp="1"/>
          </p:cNvSpPr>
          <p:nvPr>
            <p:ph type="body" idx="1"/>
          </p:nvPr>
        </p:nvSpPr>
        <p:spPr/>
        <p:txBody>
          <a:bodyPr rtlCol="0"/>
          <a:lstStyle>
            <a:defPPr>
              <a:defRPr lang="ja-JP"/>
            </a:defPPr>
          </a:lstStyle>
          <a:p>
            <a:pPr>
              <a:lnSpc>
                <a:spcPct val="110000"/>
              </a:lnSpc>
            </a:pPr>
            <a:r>
              <a:rPr lang="ja-JP" altLang="en-US" sz="1200" dirty="0"/>
              <a:t>まとめです。</a:t>
            </a:r>
            <a:r>
              <a:rPr lang="en-US" altLang="ja-JP" sz="1200" dirty="0"/>
              <a:t>start()</a:t>
            </a:r>
            <a:r>
              <a:rPr lang="ja-JP" altLang="en-US" sz="1200" dirty="0"/>
              <a:t>と</a:t>
            </a:r>
            <a:r>
              <a:rPr lang="en-US" altLang="ja-JP" sz="1200" dirty="0"/>
              <a:t>run()</a:t>
            </a:r>
            <a:r>
              <a:rPr lang="ja-JP" altLang="en-US" sz="1200" dirty="0"/>
              <a:t>の違いはマルチスレッドで起動するか、シングルスレッドで起動するかです。</a:t>
            </a:r>
            <a:r>
              <a:rPr lang="en-US" altLang="ja-JP" sz="1200" dirty="0"/>
              <a:t>start()</a:t>
            </a:r>
            <a:r>
              <a:rPr lang="ja-JP" altLang="en-US" sz="1200" dirty="0"/>
              <a:t>メソッドはスレッドを生成し別スレッドで</a:t>
            </a:r>
            <a:r>
              <a:rPr lang="en-US" altLang="ja-JP" sz="1200" dirty="0"/>
              <a:t>run()</a:t>
            </a:r>
            <a:r>
              <a:rPr lang="ja-JP" altLang="en-US" sz="1200" dirty="0"/>
              <a:t>メソッドを実行します。</a:t>
            </a:r>
            <a:r>
              <a:rPr lang="en-US" altLang="ja-JP" sz="1200" dirty="0"/>
              <a:t>run</a:t>
            </a:r>
            <a:r>
              <a:rPr lang="ja-JP" altLang="en-US" sz="1200" dirty="0"/>
              <a:t>メソッドはスレッドで行う内容を定義し現在のスレッドで順番に行います。</a:t>
            </a:r>
            <a:br>
              <a:rPr lang="en-US" altLang="ja-JP" sz="1200" dirty="0"/>
            </a:br>
            <a:r>
              <a:rPr lang="ja-JP" altLang="en-US" sz="1200" dirty="0"/>
              <a:t>以上です。ご清聴ありがとうございました。</a:t>
            </a:r>
            <a:endParaRPr lang="en-US" altLang="ja-JP" sz="1200" dirty="0"/>
          </a:p>
        </p:txBody>
      </p:sp>
      <p:sp>
        <p:nvSpPr>
          <p:cNvPr id="4" name="スライド番号プレースホルダー 3">
            <a:extLst>
              <a:ext uri="{FF2B5EF4-FFF2-40B4-BE49-F238E27FC236}">
                <a16:creationId xmlns:a16="http://schemas.microsoft.com/office/drawing/2014/main" id="{C9381705-F1B8-B6A8-FE0F-02E2F8DFFF4F}"/>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5</a:t>
            </a:fld>
            <a:endParaRPr lang="ja-JP" dirty="0"/>
          </a:p>
        </p:txBody>
      </p:sp>
    </p:spTree>
    <p:extLst>
      <p:ext uri="{BB962C8B-B14F-4D97-AF65-F5344CB8AC3E}">
        <p14:creationId xmlns:p14="http://schemas.microsoft.com/office/powerpoint/2010/main" val="2151133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1">
    <p:bg>
      <p:bgPr>
        <a:solidFill>
          <a:schemeClr val="accent2">
            <a:lumMod val="50000"/>
          </a:schemeClr>
        </a:solidFill>
        <a:effectLst/>
      </p:bgPr>
    </p:bg>
    <p:spTree>
      <p:nvGrpSpPr>
        <p:cNvPr id="1" name=""/>
        <p:cNvGrpSpPr/>
        <p:nvPr/>
      </p:nvGrpSpPr>
      <p:grpSpPr>
        <a:xfrm>
          <a:off x="0" y="0"/>
          <a:ext cx="0" cy="0"/>
          <a:chOff x="0" y="0"/>
          <a:chExt cx="0" cy="0"/>
        </a:xfrm>
      </p:grpSpPr>
      <p:sp>
        <p:nvSpPr>
          <p:cNvPr id="2" name="長方形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3" name="直線​​コネクタ(S)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長方形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タイトル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rtlCol="0" anchor="b">
            <a:normAutofit/>
          </a:bodyPr>
          <a:lstStyle>
            <a:lvl1pPr>
              <a:defRPr lang="ja-JP" sz="6000">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議題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ltLang="en-US" noProof="0" dirty="0"/>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rtlCol="0" anchor="ctr">
            <a:normAutofit/>
          </a:bodyPr>
          <a:lstStyle>
            <a:lvl1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1pPr>
            <a:lvl2pPr marL="6858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1430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6002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0574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ltLang="en-US" noProof="0" dirty="0"/>
              <a:t>クリックしてコンテンツを追加</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cxnSp>
        <p:nvCxnSpPr>
          <p:cNvPr id="3" name="直線​​コネクタ(S)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長方形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altLang="en-US" noProof="0" dirty="0">
              <a:latin typeface="Meiryo UI" panose="020B0604030504040204" pitchFamily="50" charset="-128"/>
              <a:ea typeface="Meiryo UI" panose="020B0604030504040204" pitchFamily="50" charset="-128"/>
            </a:endParaRPr>
          </a:p>
        </p:txBody>
      </p:sp>
      <p:sp>
        <p:nvSpPr>
          <p:cNvPr id="9" name="スライド番号プレースホルダー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noProof="0" smtClean="0"/>
              <a:pPr/>
              <a:t>‹#›</a:t>
            </a:fld>
            <a:endParaRPr lang="ja-JP" altLang="en-US" noProof="0"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画像">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rtlCol="0" anchor="b">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図プレースホルダー 11">
            <a:extLst>
              <a:ext uri="{FF2B5EF4-FFF2-40B4-BE49-F238E27FC236}">
                <a16:creationId xmlns:a16="http://schemas.microsoft.com/office/drawing/2014/main" id="{2B92702B-E14C-886C-445A-349265F37592}"/>
              </a:ext>
            </a:extLst>
          </p:cNvPr>
          <p:cNvSpPr>
            <a:spLocks noGrp="1"/>
          </p:cNvSpPr>
          <p:nvPr>
            <p:ph type="pic" sz="quarter" idx="13" hasCustomPrompt="1"/>
          </p:nvPr>
        </p:nvSpPr>
        <p:spPr>
          <a:xfrm>
            <a:off x="6642169" y="-1"/>
            <a:ext cx="4635426" cy="6857999"/>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6" name="長方形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8" name="直線​​コネクタ(S)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サブタイトル">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rtlCol="0" anchor="b">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図プレースホルダー 11">
            <a:extLst>
              <a:ext uri="{FF2B5EF4-FFF2-40B4-BE49-F238E27FC236}">
                <a16:creationId xmlns:a16="http://schemas.microsoft.com/office/drawing/2014/main" id="{2B92702B-E14C-886C-445A-349265F37592}"/>
              </a:ext>
            </a:extLst>
          </p:cNvPr>
          <p:cNvSpPr>
            <a:spLocks noGrp="1"/>
          </p:cNvSpPr>
          <p:nvPr>
            <p:ph type="pic" sz="quarter" idx="13" hasCustomPrompt="1"/>
          </p:nvPr>
        </p:nvSpPr>
        <p:spPr>
          <a:xfrm>
            <a:off x="915600" y="0"/>
            <a:ext cx="10361995" cy="3429000"/>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6" name="長方形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8" name="直線​​コネクタ(S)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rtlCol="0" anchor="t">
            <a:normAutofit/>
          </a:bodyPr>
          <a:lstStyle>
            <a:lvl1pPr marL="0" indent="0" algn="l">
              <a:lnSpc>
                <a:spcPct val="80000"/>
              </a:lnSpc>
              <a:spcBef>
                <a:spcPts val="0"/>
              </a:spcBef>
              <a:buNone/>
              <a:defRPr lang="ja-JP" sz="2000" spc="0" baseline="0">
                <a:solidFill>
                  <a:schemeClr val="tx1"/>
                </a:solidFill>
                <a:latin typeface="Meiryo UI" panose="020B0604030504040204" pitchFamily="50" charset="-128"/>
                <a:ea typeface="Meiryo UI" panose="020B0604030504040204" pitchFamily="50" charset="-128"/>
                <a:cs typeface="+mn-cs"/>
              </a:defRPr>
            </a:lvl1pPr>
          </a:lstStyle>
          <a:p>
            <a:pPr lvl="0" rtl="0"/>
            <a:r>
              <a:rPr lang="ja-JP"/>
              <a:t>クリックしてサブタイトルを追加</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とコンテンツ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rtlCol="0">
            <a:normAutofit/>
          </a:bodyPr>
          <a:lstStyle>
            <a:lvl1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1pPr>
            <a:lvl2pPr marL="6858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1430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6002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0574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cxnSp>
        <p:nvCxnSpPr>
          <p:cNvPr id="3" name="直線​​コネクタ(S)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長方形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9" name="スライド番号プレースホルダー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のタイトル">
    <p:bg>
      <p:bgPr>
        <a:solidFill>
          <a:schemeClr val="accent6"/>
        </a:solidFill>
        <a:effectLst/>
      </p:bgPr>
    </p:bg>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rtlCol="0" anchor="b"/>
          <a:lstStyle>
            <a:lvl1pPr algn="ctr">
              <a:defRPr lang="ja-JP">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5" name="長方形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6" name="長方形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9" name="テキスト プレースホルダー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rtlCol="0" anchor="t">
            <a:normAutofit/>
          </a:bodyPr>
          <a:lstStyle>
            <a:lvl1pPr marL="0" indent="0" algn="ctr">
              <a:lnSpc>
                <a:spcPct val="80000"/>
              </a:lnSpc>
              <a:spcBef>
                <a:spcPts val="0"/>
              </a:spcBef>
              <a:buNone/>
              <a:defRPr lang="ja-JP" sz="2000" spc="0" baseline="0">
                <a:solidFill>
                  <a:schemeClr val="bg1"/>
                </a:solidFill>
                <a:latin typeface="Meiryo UI" panose="020B0604030504040204" pitchFamily="50" charset="-128"/>
                <a:ea typeface="Meiryo UI" panose="020B0604030504040204" pitchFamily="50" charset="-128"/>
                <a:cs typeface="+mn-cs"/>
              </a:defRPr>
            </a:lvl1pPr>
          </a:lstStyle>
          <a:p>
            <a:pPr lvl="0" rtl="0"/>
            <a:r>
              <a:rPr lang="ja-JP"/>
              <a:t>クリックしてサブタイトルを追加</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4" name="コンテンツ プレースホルダー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rtlCol="0">
            <a:normAutofit/>
          </a:bodyPr>
          <a:lstStyle>
            <a:lvl1pPr marL="320040" indent="-320040">
              <a:lnSpc>
                <a:spcPct val="100000"/>
              </a:lnSpc>
              <a:spcBef>
                <a:spcPts val="0"/>
              </a:spcBef>
              <a:spcAft>
                <a:spcPts val="1200"/>
              </a:spcAft>
              <a:buFont typeface="+mj-lt"/>
              <a:buAutoNum type="arabicPeriod"/>
              <a:defRPr lang="ja-JP" sz="2000">
                <a:latin typeface="Meiryo UI" panose="020B0604030504040204" pitchFamily="50" charset="-128"/>
                <a:ea typeface="Meiryo UI" panose="020B0604030504040204" pitchFamily="50" charset="-128"/>
              </a:defRPr>
            </a:lvl1pPr>
            <a:lvl2pPr marL="457200" indent="-320040">
              <a:lnSpc>
                <a:spcPct val="100000"/>
              </a:lnSpc>
              <a:spcBef>
                <a:spcPts val="1000"/>
              </a:spcBef>
              <a:spcAft>
                <a:spcPts val="1200"/>
              </a:spcAft>
              <a:buFont typeface="+mj-lt"/>
              <a:buAutoNum type="alphaLcPeriod"/>
              <a:defRPr lang="ja-JP" sz="2000">
                <a:latin typeface="Meiryo UI" panose="020B0604030504040204" pitchFamily="50" charset="-128"/>
                <a:ea typeface="Meiryo UI" panose="020B0604030504040204" pitchFamily="50" charset="-128"/>
              </a:defRPr>
            </a:lvl2pPr>
            <a:lvl3pPr marL="914400" indent="-320040">
              <a:spcBef>
                <a:spcPts val="1000"/>
              </a:spcBef>
              <a:spcAft>
                <a:spcPts val="1200"/>
              </a:spcAft>
              <a:buFont typeface="+mj-lt"/>
              <a:buAutoNum type="arabicParenR"/>
              <a:defRPr lang="ja-JP" sz="2000">
                <a:latin typeface="Meiryo UI" panose="020B0604030504040204" pitchFamily="50" charset="-128"/>
                <a:ea typeface="Meiryo UI" panose="020B0604030504040204" pitchFamily="50" charset="-128"/>
              </a:defRPr>
            </a:lvl3pPr>
            <a:lvl4pPr marL="1371600" indent="-320040">
              <a:spcBef>
                <a:spcPts val="1000"/>
              </a:spcBef>
              <a:spcAft>
                <a:spcPts val="1200"/>
              </a:spcAft>
              <a:buFont typeface="+mj-lt"/>
              <a:buAutoNum type="alphaLcParenR"/>
              <a:defRPr lang="ja-JP" sz="2000">
                <a:latin typeface="Meiryo UI" panose="020B0604030504040204" pitchFamily="50" charset="-128"/>
                <a:ea typeface="Meiryo UI" panose="020B0604030504040204" pitchFamily="50" charset="-128"/>
              </a:defRPr>
            </a:lvl4pPr>
            <a:lvl5pPr marL="1828800" indent="-320040">
              <a:spcBef>
                <a:spcPts val="1000"/>
              </a:spcBef>
              <a:spcAft>
                <a:spcPts val="1200"/>
              </a:spcAft>
              <a:buFont typeface="+mj-lt"/>
              <a:buAutoNum type="romanLcPeriod"/>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イトル、画像とコンテンツ">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8" name="図プレースホルダー 7">
            <a:extLst>
              <a:ext uri="{FF2B5EF4-FFF2-40B4-BE49-F238E27FC236}">
                <a16:creationId xmlns:a16="http://schemas.microsoft.com/office/drawing/2014/main" id="{357912CB-B8F8-1E65-094F-AD3220E6C79C}"/>
              </a:ext>
            </a:extLst>
          </p:cNvPr>
          <p:cNvSpPr>
            <a:spLocks noGrp="1"/>
          </p:cNvSpPr>
          <p:nvPr>
            <p:ph type="pic" sz="quarter" idx="12" hasCustomPrompt="1"/>
          </p:nvPr>
        </p:nvSpPr>
        <p:spPr>
          <a:xfrm>
            <a:off x="1503363" y="2061969"/>
            <a:ext cx="4592637" cy="4805362"/>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2" name="スライド番号プレースホルダー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コンテンツ、表">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rtlCol="0">
            <a:normAutofit/>
          </a:bodyPr>
          <a:lstStyle>
            <a:lvl1pPr marL="0" indent="0">
              <a:lnSpc>
                <a:spcPct val="100000"/>
              </a:lnSpc>
              <a:spcBef>
                <a:spcPts val="0"/>
              </a:spcBef>
              <a:spcAft>
                <a:spcPts val="12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4" name="表プレースホルダー 13">
            <a:extLst>
              <a:ext uri="{FF2B5EF4-FFF2-40B4-BE49-F238E27FC236}">
                <a16:creationId xmlns:a16="http://schemas.microsoft.com/office/drawing/2014/main" id="{EA708189-1532-1BDD-104F-4D8556146CEE}"/>
              </a:ext>
            </a:extLst>
          </p:cNvPr>
          <p:cNvSpPr>
            <a:spLocks noGrp="1"/>
          </p:cNvSpPr>
          <p:nvPr>
            <p:ph type="tbl" sz="quarter" idx="12" hasCustomPrompt="1"/>
          </p:nvPr>
        </p:nvSpPr>
        <p:spPr>
          <a:xfrm>
            <a:off x="5097463" y="2051976"/>
            <a:ext cx="6180137" cy="3867538"/>
          </a:xfrm>
        </p:spPr>
        <p:txBody>
          <a:bodyPr rtlCol="0">
            <a:normAutofit/>
          </a:bodyPr>
          <a:lstStyle>
            <a:lvl1pPr>
              <a:defRPr lang="ja-JP" sz="2000">
                <a:latin typeface="Meiryo UI" panose="020B0604030504040204" pitchFamily="50" charset="-128"/>
                <a:ea typeface="Meiryo UI" panose="020B0604030504040204" pitchFamily="50" charset="-128"/>
              </a:defRPr>
            </a:lvl1pPr>
          </a:lstStyle>
          <a:p>
            <a:pPr rtl="0"/>
            <a:r>
              <a:rPr lang="ja-JP"/>
              <a:t>アイコンをクリックして表を追加</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スライド番号プレースホルダー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8" name="コンテンツ プレースホルダー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rtlCol="0">
            <a:normAutofit/>
          </a:bodyPr>
          <a:lstStyle>
            <a:lvl1pPr>
              <a:lnSpc>
                <a:spcPct val="100000"/>
              </a:lnSpc>
              <a:spcAft>
                <a:spcPts val="600"/>
              </a:spcAft>
              <a:defRPr lang="ja-JP" sz="2000">
                <a:latin typeface="Meiryo UI" panose="020B0604030504040204" pitchFamily="50" charset="-128"/>
                <a:ea typeface="Meiryo UI" panose="020B0604030504040204" pitchFamily="50" charset="-128"/>
              </a:defRPr>
            </a:lvl1pPr>
            <a:lvl2pPr>
              <a:lnSpc>
                <a:spcPct val="100000"/>
              </a:lnSpc>
              <a:spcAft>
                <a:spcPts val="600"/>
              </a:spcAft>
              <a:defRPr lang="ja-JP" sz="2000">
                <a:latin typeface="Meiryo UI" panose="020B0604030504040204" pitchFamily="50" charset="-128"/>
                <a:ea typeface="Meiryo UI" panose="020B0604030504040204" pitchFamily="50" charset="-128"/>
              </a:defRPr>
            </a:lvl2pPr>
            <a:lvl3pPr>
              <a:lnSpc>
                <a:spcPct val="100000"/>
              </a:lnSpc>
              <a:spcBef>
                <a:spcPts val="1000"/>
              </a:spcBef>
              <a:spcAft>
                <a:spcPts val="600"/>
              </a:spcAft>
              <a:defRPr lang="ja-JP" sz="2000">
                <a:latin typeface="Meiryo UI" panose="020B0604030504040204" pitchFamily="50" charset="-128"/>
                <a:ea typeface="Meiryo UI" panose="020B0604030504040204" pitchFamily="50" charset="-128"/>
              </a:defRPr>
            </a:lvl3pPr>
            <a:lvl4pPr>
              <a:lnSpc>
                <a:spcPct val="100000"/>
              </a:lnSpc>
              <a:spcAft>
                <a:spcPts val="1200"/>
              </a:spcAft>
              <a:defRPr lang="ja-JP" sz="2000">
                <a:latin typeface="Meiryo UI" panose="020B0604030504040204" pitchFamily="50" charset="-128"/>
                <a:ea typeface="Meiryo UI" panose="020B0604030504040204" pitchFamily="50" charset="-128"/>
              </a:defRPr>
            </a:lvl4pPr>
            <a:lvl5pP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1" name="コンテンツ プレースホルダー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rtlCol="0">
            <a:normAutofit/>
          </a:bodyPr>
          <a:lstStyle>
            <a:lvl1pPr marL="0" indent="0">
              <a:lnSpc>
                <a:spcPct val="100000"/>
              </a:lnSpc>
              <a:spcAft>
                <a:spcPts val="6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Aft>
                <a:spcPts val="6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2" name="スライド番号プレースホルダー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タイトルと表">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altLang="en-US" noProof="0"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ltLang="en-US" noProof="0" dirty="0"/>
              <a:t>クリックしてタイトルを追加</a:t>
            </a:r>
          </a:p>
        </p:txBody>
      </p:sp>
      <p:sp>
        <p:nvSpPr>
          <p:cNvPr id="9" name="表プレースホルダー 8">
            <a:extLst>
              <a:ext uri="{FF2B5EF4-FFF2-40B4-BE49-F238E27FC236}">
                <a16:creationId xmlns:a16="http://schemas.microsoft.com/office/drawing/2014/main" id="{CB43608F-0A38-CF4A-4B3B-F1212E786FDE}"/>
              </a:ext>
            </a:extLst>
          </p:cNvPr>
          <p:cNvSpPr>
            <a:spLocks noGrp="1"/>
          </p:cNvSpPr>
          <p:nvPr>
            <p:ph type="tbl" sz="quarter" idx="10" hasCustomPrompt="1"/>
          </p:nvPr>
        </p:nvSpPr>
        <p:spPr>
          <a:xfrm>
            <a:off x="1487488" y="2057400"/>
            <a:ext cx="9790112" cy="3886200"/>
          </a:xfrm>
        </p:spPr>
        <p:txBody>
          <a:bodyPr rtlCol="0">
            <a:normAutofit/>
          </a:bodyPr>
          <a:lstStyle>
            <a:lvl1pPr>
              <a:defRPr lang="ja-JP" sz="2400">
                <a:latin typeface="Meiryo UI" panose="020B0604030504040204" pitchFamily="50" charset="-128"/>
                <a:ea typeface="Meiryo UI" panose="020B0604030504040204" pitchFamily="50" charset="-128"/>
              </a:defRPr>
            </a:lvl1pPr>
          </a:lstStyle>
          <a:p>
            <a:pPr rtl="0"/>
            <a:r>
              <a:rPr lang="ja-JP" altLang="en-US" noProof="0" dirty="0"/>
              <a:t>アイコンをクリックして表を追加</a:t>
            </a:r>
          </a:p>
        </p:txBody>
      </p:sp>
      <p:sp>
        <p:nvSpPr>
          <p:cNvPr id="2" name="スライド番号プレースホルダー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noProof="0" smtClean="0"/>
              <a:pPr/>
              <a:t>‹#›</a:t>
            </a:fld>
            <a:endParaRPr lang="ja-JP" altLang="en-US" noProof="0"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ありがとうございます 1">
    <p:bg>
      <p:bgPr>
        <a:solidFill>
          <a:schemeClr val="accent2">
            <a:lumMod val="50000"/>
          </a:schemeClr>
        </a:solidFill>
        <a:effectLst/>
      </p:bgPr>
    </p:bg>
    <p:spTree>
      <p:nvGrpSpPr>
        <p:cNvPr id="1" name=""/>
        <p:cNvGrpSpPr/>
        <p:nvPr/>
      </p:nvGrpSpPr>
      <p:grpSpPr>
        <a:xfrm>
          <a:off x="0" y="0"/>
          <a:ext cx="0" cy="0"/>
          <a:chOff x="0" y="0"/>
          <a:chExt cx="0" cy="0"/>
        </a:xfrm>
      </p:grpSpPr>
      <p:sp>
        <p:nvSpPr>
          <p:cNvPr id="2" name="長方形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3" name="直線​​コネクタ(S)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長方形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タイトル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rtlCol="0" anchor="b">
            <a:normAutofit/>
          </a:bodyPr>
          <a:lstStyle>
            <a:lvl1pPr>
              <a:defRPr lang="ja-JP" sz="6000">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0" name="コンテンツ プレースホルダー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rtlCol="0" anchor="ctr">
            <a:normAutofit/>
          </a:bodyPr>
          <a:lstStyle>
            <a:lvl1pPr marL="0" indent="0">
              <a:lnSpc>
                <a:spcPct val="100000"/>
              </a:lnSpc>
              <a:spcBef>
                <a:spcPts val="0"/>
              </a:spcBef>
              <a:spcAft>
                <a:spcPts val="1200"/>
              </a:spcAft>
              <a:buNone/>
              <a:defRPr lang="ja-JP" sz="2000">
                <a:solidFill>
                  <a:schemeClr val="bg1"/>
                </a:solidFill>
                <a:latin typeface="Meiryo UI" panose="020B0604030504040204" pitchFamily="50" charset="-128"/>
                <a:ea typeface="Meiryo UI" panose="020B0604030504040204" pitchFamily="50" charset="-128"/>
              </a:defRPr>
            </a:lvl1pPr>
            <a:lvl2pPr marL="742950" indent="-285750">
              <a:lnSpc>
                <a:spcPct val="100000"/>
              </a:lnSpc>
              <a:spcBef>
                <a:spcPts val="0"/>
              </a:spcBef>
              <a:spcAft>
                <a:spcPts val="1200"/>
              </a:spcAft>
              <a:buFont typeface="Arial" panose="020B0604020202020204" pitchFamily="34" charset="0"/>
              <a:buChar char="•"/>
              <a:defRPr lang="ja-JP" sz="1800">
                <a:solidFill>
                  <a:schemeClr val="bg1"/>
                </a:solidFill>
                <a:latin typeface="Meiryo UI" panose="020B0604030504040204" pitchFamily="50" charset="-128"/>
                <a:ea typeface="Meiryo UI" panose="020B0604030504040204" pitchFamily="50" charset="-128"/>
              </a:defRPr>
            </a:lvl2pPr>
            <a:lvl3pPr marL="1200150" indent="-285750">
              <a:lnSpc>
                <a:spcPct val="100000"/>
              </a:lnSpc>
              <a:spcBef>
                <a:spcPts val="0"/>
              </a:spcBef>
              <a:spcAft>
                <a:spcPts val="1200"/>
              </a:spcAft>
              <a:buFont typeface="Arial" panose="020B0604020202020204" pitchFamily="34" charset="0"/>
              <a:buChar char="•"/>
              <a:defRPr lang="ja-JP" sz="1600">
                <a:solidFill>
                  <a:schemeClr val="bg1"/>
                </a:solidFill>
                <a:latin typeface="Meiryo UI" panose="020B0604030504040204" pitchFamily="50" charset="-128"/>
                <a:ea typeface="Meiryo UI" panose="020B0604030504040204" pitchFamily="50" charset="-128"/>
              </a:defRPr>
            </a:lvl3pPr>
            <a:lvl4pPr marL="1657350" indent="-285750">
              <a:lnSpc>
                <a:spcPct val="100000"/>
              </a:lnSpc>
              <a:spcBef>
                <a:spcPts val="0"/>
              </a:spcBef>
              <a:spcAft>
                <a:spcPts val="1200"/>
              </a:spcAft>
              <a:buFont typeface="Arial" panose="020B0604020202020204" pitchFamily="34" charset="0"/>
              <a:buChar char="•"/>
              <a:defRPr lang="ja-JP" sz="1400">
                <a:solidFill>
                  <a:schemeClr val="bg1"/>
                </a:solidFill>
                <a:latin typeface="Meiryo UI" panose="020B0604030504040204" pitchFamily="50" charset="-128"/>
                <a:ea typeface="Meiryo UI" panose="020B0604030504040204" pitchFamily="50" charset="-128"/>
              </a:defRPr>
            </a:lvl4pPr>
            <a:lvl5pPr marL="2114550" indent="-285750">
              <a:lnSpc>
                <a:spcPct val="100000"/>
              </a:lnSpc>
              <a:spcBef>
                <a:spcPts val="0"/>
              </a:spcBef>
              <a:spcAft>
                <a:spcPts val="1200"/>
              </a:spcAft>
              <a:buFont typeface="Arial" panose="020B0604020202020204" pitchFamily="34" charset="0"/>
              <a:buChar char="•"/>
              <a:defRPr lang="ja-JP" sz="1400">
                <a:solidFill>
                  <a:schemeClr val="bg1"/>
                </a:solidFill>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ja-JP"/>
            </a:defPPr>
          </a:lstStyle>
          <a:p>
            <a:pPr rtl="0"/>
            <a:r>
              <a:rPr lang="ja-JP" dirty="0"/>
              <a:t>マスター タイトルの書式設定</a:t>
            </a:r>
          </a:p>
        </p:txBody>
      </p:sp>
      <p:sp>
        <p:nvSpPr>
          <p:cNvPr id="3" name="テキスト プレースホルダー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ja-JP"/>
            </a:defPPr>
          </a:lstStyle>
          <a:p>
            <a:pPr lvl="0" rtl="0"/>
            <a:r>
              <a:rPr lang="ja-JP" dirty="0"/>
              <a:t>クリックしてマスター テキストのスタイルを編集</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4" name="日付プレースホルダー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ja-JP" sz="900" b="0" cap="all" spc="150" baseline="0">
                <a:solidFill>
                  <a:schemeClr val="bg2">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5" name="フッター プレースホルダー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ja-JP" sz="900" b="0" cap="all" spc="150" baseline="0">
                <a:solidFill>
                  <a:schemeClr val="bg2">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6" name="スライド番号プレースホルダー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lang="ja-JP" sz="1200" b="1" spc="150" baseline="0">
                <a:solidFill>
                  <a:schemeClr val="tx1"/>
                </a:solidFill>
                <a:latin typeface="Meiryo UI" panose="020B0604030504040204" pitchFamily="50" charset="-128"/>
                <a:ea typeface="Meiryo UI" panose="020B0604030504040204" pitchFamily="50" charset="-128"/>
                <a:cs typeface="+mn-cs"/>
              </a:defRPr>
            </a:lvl1pPr>
          </a:lstStyle>
          <a:p>
            <a:fld id="{18D65601-5AE2-46FC-B138-694DDD2B510D}" type="slidenum">
              <a:rPr lang="en-US" altLang="ja-JP" smtClean="0"/>
              <a:pPr/>
              <a:t>‹#›</a:t>
            </a:fld>
            <a:endParaRPr lang="en-US"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kumimoji="1" lang="ja-JP" sz="4400" kern="1200">
          <a:solidFill>
            <a:schemeClr val="tx1"/>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lang="ja-JP" sz="28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lang="ja-JP" sz="24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lang="ja-JP"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9pPr>
    </p:bodyStyle>
    <p:otherStyle>
      <a:defPPr>
        <a:defRPr lang="ja-JP"/>
      </a:defPPr>
      <a:lvl1pPr marL="0" algn="l" defTabSz="914400" rtl="0" eaLnBrk="1" latinLnBrk="0" hangingPunct="1">
        <a:defRPr kumimoji="1" lang="ja-JP" sz="1800" kern="1200">
          <a:solidFill>
            <a:schemeClr val="tx1"/>
          </a:solidFill>
          <a:latin typeface="+mn-cs"/>
          <a:ea typeface="+mn-ea"/>
          <a:cs typeface="+mn-cs"/>
        </a:defRPr>
      </a:lvl1pPr>
      <a:lvl2pPr marL="457200" algn="l" defTabSz="914400" rtl="0" eaLnBrk="1" latinLnBrk="0" hangingPunct="1">
        <a:defRPr kumimoji="1" lang="ja-JP" sz="1800" kern="1200">
          <a:solidFill>
            <a:schemeClr val="tx1"/>
          </a:solidFill>
          <a:latin typeface="+mn-cs"/>
          <a:ea typeface="+mn-ea"/>
          <a:cs typeface="+mn-cs"/>
        </a:defRPr>
      </a:lvl2pPr>
      <a:lvl3pPr marL="914400" algn="l" defTabSz="914400" rtl="0" eaLnBrk="1" latinLnBrk="0" hangingPunct="1">
        <a:defRPr kumimoji="1" lang="ja-JP" sz="1800" kern="1200">
          <a:solidFill>
            <a:schemeClr val="tx1"/>
          </a:solidFill>
          <a:latin typeface="+mn-cs"/>
          <a:ea typeface="+mn-ea"/>
          <a:cs typeface="+mn-cs"/>
        </a:defRPr>
      </a:lvl3pPr>
      <a:lvl4pPr marL="1371600" algn="l" defTabSz="914400" rtl="0" eaLnBrk="1" latinLnBrk="0" hangingPunct="1">
        <a:defRPr kumimoji="1" lang="ja-JP" sz="1800" kern="1200">
          <a:solidFill>
            <a:schemeClr val="tx1"/>
          </a:solidFill>
          <a:latin typeface="+mn-cs"/>
          <a:ea typeface="+mn-ea"/>
          <a:cs typeface="+mn-cs"/>
        </a:defRPr>
      </a:lvl4pPr>
      <a:lvl5pPr marL="1828800" algn="l" defTabSz="914400" rtl="0" eaLnBrk="1" latinLnBrk="0" hangingPunct="1">
        <a:defRPr kumimoji="1" lang="ja-JP" sz="1800" kern="1200">
          <a:solidFill>
            <a:schemeClr val="tx1"/>
          </a:solidFill>
          <a:latin typeface="+mn-cs"/>
          <a:ea typeface="+mn-ea"/>
          <a:cs typeface="+mn-cs"/>
        </a:defRPr>
      </a:lvl5pPr>
      <a:lvl6pPr marL="2286000" algn="l" defTabSz="914400" rtl="0" eaLnBrk="1" latinLnBrk="0" hangingPunct="1">
        <a:defRPr kumimoji="1" lang="ja-JP" sz="1800" kern="1200">
          <a:solidFill>
            <a:schemeClr val="tx1"/>
          </a:solidFill>
          <a:latin typeface="+mn-cs"/>
          <a:ea typeface="+mn-ea"/>
          <a:cs typeface="+mn-cs"/>
        </a:defRPr>
      </a:lvl6pPr>
      <a:lvl7pPr marL="2743200" algn="l" defTabSz="914400" rtl="0" eaLnBrk="1" latinLnBrk="0" hangingPunct="1">
        <a:defRPr kumimoji="1" lang="ja-JP" sz="1800" kern="1200">
          <a:solidFill>
            <a:schemeClr val="tx1"/>
          </a:solidFill>
          <a:latin typeface="+mn-cs"/>
          <a:ea typeface="+mn-ea"/>
          <a:cs typeface="+mn-cs"/>
        </a:defRPr>
      </a:lvl7pPr>
      <a:lvl8pPr marL="3200400" algn="l" defTabSz="914400" rtl="0" eaLnBrk="1" latinLnBrk="0" hangingPunct="1">
        <a:defRPr kumimoji="1" lang="ja-JP" sz="1800" kern="1200">
          <a:solidFill>
            <a:schemeClr val="tx1"/>
          </a:solidFill>
          <a:latin typeface="+mn-cs"/>
          <a:ea typeface="+mn-ea"/>
          <a:cs typeface="+mn-cs"/>
        </a:defRPr>
      </a:lvl8pPr>
      <a:lvl9pPr marL="3657600" algn="l" defTabSz="914400" rtl="0" eaLnBrk="1" latinLnBrk="0" hangingPunct="1">
        <a:defRPr kumimoji="1" lang="ja-JP" sz="1800" kern="1200">
          <a:solidFill>
            <a:schemeClr val="tx1"/>
          </a:solidFill>
          <a:latin typeface="+mn-cs"/>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454C9E-20FB-B999-9303-C71D1334BAD7}"/>
              </a:ext>
            </a:extLst>
          </p:cNvPr>
          <p:cNvSpPr>
            <a:spLocks noGrp="1"/>
          </p:cNvSpPr>
          <p:nvPr>
            <p:ph type="title"/>
          </p:nvPr>
        </p:nvSpPr>
        <p:spPr>
          <a:xfrm>
            <a:off x="1285717" y="1179609"/>
            <a:ext cx="10449083" cy="1339702"/>
          </a:xfrm>
        </p:spPr>
        <p:txBody>
          <a:bodyPr rtlCol="0">
            <a:normAutofit fontScale="90000"/>
          </a:bodyPr>
          <a:lstStyle>
            <a:defPPr>
              <a:defRPr lang="ja-JP"/>
            </a:defPPr>
          </a:lstStyle>
          <a:p>
            <a:r>
              <a:rPr lang="en-US" altLang="ja-JP" dirty="0"/>
              <a:t>start()</a:t>
            </a:r>
            <a:r>
              <a:rPr lang="ja-JP" altLang="en-US" dirty="0"/>
              <a:t>メソッドと</a:t>
            </a:r>
            <a:r>
              <a:rPr lang="en-US" altLang="ja-JP" dirty="0"/>
              <a:t>run</a:t>
            </a:r>
            <a:r>
              <a:rPr lang="ja-JP" altLang="en-US" dirty="0"/>
              <a:t>メソッドの違い</a:t>
            </a:r>
            <a:endParaRPr lang="ja-JP" dirty="0"/>
          </a:p>
        </p:txBody>
      </p:sp>
      <p:sp>
        <p:nvSpPr>
          <p:cNvPr id="3" name="タイトル 1">
            <a:extLst>
              <a:ext uri="{FF2B5EF4-FFF2-40B4-BE49-F238E27FC236}">
                <a16:creationId xmlns:a16="http://schemas.microsoft.com/office/drawing/2014/main" id="{A6933A07-0890-16F1-638A-FE224068FDC5}"/>
              </a:ext>
            </a:extLst>
          </p:cNvPr>
          <p:cNvSpPr txBox="1">
            <a:spLocks/>
          </p:cNvSpPr>
          <p:nvPr/>
        </p:nvSpPr>
        <p:spPr>
          <a:xfrm>
            <a:off x="1285717" y="4646428"/>
            <a:ext cx="10186813" cy="1339701"/>
          </a:xfrm>
          <a:prstGeom prst="rect">
            <a:avLst/>
          </a:prstGeom>
        </p:spPr>
        <p:txBody>
          <a:bodyPr vert="horz" lIns="91440" tIns="45720" rIns="91440" bIns="45720" rtlCol="0" anchor="b">
            <a:normAutofit fontScale="97500"/>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pPr algn="r"/>
            <a:r>
              <a:rPr lang="en-US" altLang="ja-JP" sz="3200" dirty="0"/>
              <a:t>AI</a:t>
            </a:r>
            <a:r>
              <a:rPr lang="ja-JP" altLang="en-US" sz="3200" dirty="0"/>
              <a:t>・システムデザイン研究室</a:t>
            </a:r>
          </a:p>
          <a:p>
            <a:pPr algn="r"/>
            <a:r>
              <a:rPr lang="ja-JP" altLang="en-US" sz="3200" dirty="0"/>
              <a:t>秋山・斎藤ゼミ　大学院</a:t>
            </a:r>
            <a:r>
              <a:rPr lang="en-US" altLang="ja-JP" sz="3200" dirty="0"/>
              <a:t>1</a:t>
            </a:r>
            <a:r>
              <a:rPr lang="ja-JP" altLang="en-US" sz="3200" dirty="0"/>
              <a:t>年 　西村和真</a:t>
            </a:r>
          </a:p>
          <a:p>
            <a:pPr algn="r"/>
            <a:endParaRPr lang="ja-JP" altLang="en-US" sz="3200" dirty="0"/>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63473-7A3B-FD72-B3D9-1D89822015B9}"/>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E0764ACF-96FD-4F4A-E95D-3E919A4DDEA6}"/>
              </a:ext>
            </a:extLst>
          </p:cNvPr>
          <p:cNvPicPr>
            <a:picLocks noChangeAspect="1"/>
          </p:cNvPicPr>
          <p:nvPr/>
        </p:nvPicPr>
        <p:blipFill>
          <a:blip r:embed="rId3"/>
          <a:stretch>
            <a:fillRect/>
          </a:stretch>
        </p:blipFill>
        <p:spPr>
          <a:xfrm>
            <a:off x="0" y="-27765"/>
            <a:ext cx="12192000" cy="6885765"/>
          </a:xfrm>
          <a:prstGeom prst="rect">
            <a:avLst/>
          </a:prstGeom>
        </p:spPr>
      </p:pic>
    </p:spTree>
    <p:extLst>
      <p:ext uri="{BB962C8B-B14F-4D97-AF65-F5344CB8AC3E}">
        <p14:creationId xmlns:p14="http://schemas.microsoft.com/office/powerpoint/2010/main" val="3274850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0BA9A-1A16-AB6E-D5CB-E35D2B2B4E85}"/>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D16C108B-61FE-774A-9BD5-6972094FD1C7}"/>
              </a:ext>
            </a:extLst>
          </p:cNvPr>
          <p:cNvPicPr>
            <a:picLocks noChangeAspect="1"/>
          </p:cNvPicPr>
          <p:nvPr/>
        </p:nvPicPr>
        <p:blipFill>
          <a:blip r:embed="rId3"/>
          <a:stretch>
            <a:fillRect/>
          </a:stretch>
        </p:blipFill>
        <p:spPr>
          <a:xfrm>
            <a:off x="0" y="-3085"/>
            <a:ext cx="12192000" cy="6861085"/>
          </a:xfrm>
          <a:prstGeom prst="rect">
            <a:avLst/>
          </a:prstGeom>
        </p:spPr>
      </p:pic>
    </p:spTree>
    <p:extLst>
      <p:ext uri="{BB962C8B-B14F-4D97-AF65-F5344CB8AC3E}">
        <p14:creationId xmlns:p14="http://schemas.microsoft.com/office/powerpoint/2010/main" val="2627543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B2682-035B-E64A-D5AF-020AF6EFC273}"/>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04FCCAFF-9A28-75F6-DCA3-396C377BCA8B}"/>
              </a:ext>
            </a:extLst>
          </p:cNvPr>
          <p:cNvPicPr>
            <a:picLocks noChangeAspect="1"/>
          </p:cNvPicPr>
          <p:nvPr/>
        </p:nvPicPr>
        <p:blipFill>
          <a:blip r:embed="rId3"/>
          <a:stretch>
            <a:fillRect/>
          </a:stretch>
        </p:blipFill>
        <p:spPr>
          <a:xfrm>
            <a:off x="952500" y="0"/>
            <a:ext cx="10287000" cy="6858000"/>
          </a:xfrm>
          <a:prstGeom prst="rect">
            <a:avLst/>
          </a:prstGeom>
        </p:spPr>
      </p:pic>
    </p:spTree>
    <p:extLst>
      <p:ext uri="{BB962C8B-B14F-4D97-AF65-F5344CB8AC3E}">
        <p14:creationId xmlns:p14="http://schemas.microsoft.com/office/powerpoint/2010/main" val="994541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86D4A-8586-9022-4F9F-373872CD48B7}"/>
            </a:ext>
          </a:extLst>
        </p:cNvPr>
        <p:cNvGrpSpPr/>
        <p:nvPr/>
      </p:nvGrpSpPr>
      <p:grpSpPr>
        <a:xfrm>
          <a:off x="0" y="0"/>
          <a:ext cx="0" cy="0"/>
          <a:chOff x="0" y="0"/>
          <a:chExt cx="0" cy="0"/>
        </a:xfrm>
      </p:grpSpPr>
      <p:pic>
        <p:nvPicPr>
          <p:cNvPr id="4" name="図 3">
            <a:extLst>
              <a:ext uri="{FF2B5EF4-FFF2-40B4-BE49-F238E27FC236}">
                <a16:creationId xmlns:a16="http://schemas.microsoft.com/office/drawing/2014/main" id="{661FFDE0-399E-2FF6-5E68-EAEF9BE4C6F7}"/>
              </a:ext>
            </a:extLst>
          </p:cNvPr>
          <p:cNvPicPr>
            <a:picLocks noChangeAspect="1"/>
          </p:cNvPicPr>
          <p:nvPr/>
        </p:nvPicPr>
        <p:blipFill>
          <a:blip r:embed="rId3"/>
          <a:stretch>
            <a:fillRect/>
          </a:stretch>
        </p:blipFill>
        <p:spPr>
          <a:xfrm>
            <a:off x="0" y="117389"/>
            <a:ext cx="12200022" cy="6623222"/>
          </a:xfrm>
          <a:prstGeom prst="rect">
            <a:avLst/>
          </a:prstGeom>
        </p:spPr>
      </p:pic>
    </p:spTree>
    <p:extLst>
      <p:ext uri="{BB962C8B-B14F-4D97-AF65-F5344CB8AC3E}">
        <p14:creationId xmlns:p14="http://schemas.microsoft.com/office/powerpoint/2010/main" val="182511863"/>
      </p:ext>
    </p:extLst>
  </p:cSld>
  <p:clrMapOvr>
    <a:masterClrMapping/>
  </p:clrMapOvr>
</p:sld>
</file>

<file path=ppt/theme/theme1.xml><?xml version="1.0" encoding="utf-8"?>
<a:theme xmlns:a="http://schemas.openxmlformats.org/drawingml/2006/main" name="ユーザー設定">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Meiryo UI "/>
        <a:ea typeface=""/>
        <a:cs typeface="Meiryo UI "/>
      </a:majorFont>
      <a:minorFont>
        <a:latin typeface="Meiryo UI "/>
        <a:ea typeface=""/>
        <a:cs typeface="Meiryo UI "/>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72938360_TF78544816_Win32" id="{029ED66B-9A8D-46F5-948E-0ADEE2C80AFD}" vid="{66DD23D5-FBAC-432E-A532-9880DE2D209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 panose="020F030202020403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0F050202020403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 panose="020F030202020403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0F050202020403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FDB7358-0BCB-4DEB-B717-C1D7CC555F05}">
  <ds:schemaRefs>
    <ds:schemaRef ds:uri="http://www.w3.org/XML/1998/namespace"/>
    <ds:schemaRef ds:uri="http://purl.org/dc/terms/"/>
    <ds:schemaRef ds:uri="http://schemas.microsoft.com/sharepoint/v3"/>
    <ds:schemaRef ds:uri="http://schemas.microsoft.com/office/infopath/2007/PartnerControls"/>
    <ds:schemaRef ds:uri="http://purl.org/dc/dcmitype/"/>
    <ds:schemaRef ds:uri="http://schemas.openxmlformats.org/package/2006/metadata/core-properties"/>
    <ds:schemaRef ds:uri="230e9df3-be65-4c73-a93b-d1236ebd677e"/>
    <ds:schemaRef ds:uri="http://schemas.microsoft.com/office/2006/documentManagement/types"/>
    <ds:schemaRef ds:uri="16c05727-aa75-4e4a-9b5f-8a80a1165891"/>
    <ds:schemaRef ds:uri="71af3243-3dd4-4a8d-8c0d-dd76da1f02a5"/>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DE3707C-8CAB-4302-B7E1-D32E1543E05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会議用モダン プレゼンテーション</Template>
  <TotalTime>7986</TotalTime>
  <Words>469</Words>
  <Application>Microsoft Office PowerPoint</Application>
  <PresentationFormat>ワイド画面</PresentationFormat>
  <Paragraphs>22</Paragraphs>
  <Slides>5</Slides>
  <Notes>5</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5</vt:i4>
      </vt:variant>
    </vt:vector>
  </HeadingPairs>
  <TitlesOfParts>
    <vt:vector size="8" baseType="lpstr">
      <vt:lpstr>Meiryo UI</vt:lpstr>
      <vt:lpstr>Arial</vt:lpstr>
      <vt:lpstr>ユーザー設定</vt:lpstr>
      <vt:lpstr>start()メソッドとrunメソッドの違い</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j22345nk</dc:creator>
  <cp:lastModifiedBy>g26014nk</cp:lastModifiedBy>
  <cp:revision>244</cp:revision>
  <dcterms:created xsi:type="dcterms:W3CDTF">2026-04-22T00:57:43Z</dcterms:created>
  <dcterms:modified xsi:type="dcterms:W3CDTF">2026-06-01T13:19:24Z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