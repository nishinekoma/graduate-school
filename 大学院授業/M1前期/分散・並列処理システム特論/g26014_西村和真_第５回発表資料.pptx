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
  </p:notesMasterIdLst>
  <p:handoutMasterIdLst>
    <p:handoutMasterId r:id="rId12"/>
  </p:handoutMasterIdLst>
  <p:sldIdLst>
    <p:sldId id="322" r:id="rId5"/>
    <p:sldId id="329" r:id="rId6"/>
    <p:sldId id="347" r:id="rId7"/>
    <p:sldId id="350" r:id="rId8"/>
    <p:sldId id="328" r:id="rId9"/>
    <p:sldId id="331" r:id="rId10"/>
  </p:sldIdLst>
  <p:sldSz cx="12192000" cy="6858000"/>
  <p:notesSz cx="6858000" cy="9144000"/>
  <p:defaultTextStyle>
    <a:defPPr rtl="0">
      <a:defRPr lang="ja-JP"/>
    </a:defPPr>
    <a:lvl1pPr marL="0" algn="l" defTabSz="914400" rtl="0" eaLnBrk="1" latinLnBrk="0" hangingPunct="1">
      <a:defRPr lang="ja-JP" sz="1800" kern="1200">
        <a:solidFill>
          <a:schemeClr val="tx1"/>
        </a:solidFill>
        <a:latin typeface="+mn-lt"/>
        <a:ea typeface="+mn-ea"/>
        <a:cs typeface="+mn-cs"/>
      </a:defRPr>
    </a:lvl1pPr>
    <a:lvl2pPr marL="457200" algn="l" defTabSz="914400" rtl="0" eaLnBrk="1" latinLnBrk="0" hangingPunct="1">
      <a:defRPr lang="ja-JP" sz="1800" kern="1200">
        <a:solidFill>
          <a:schemeClr val="tx1"/>
        </a:solidFill>
        <a:latin typeface="+mn-lt"/>
        <a:ea typeface="+mn-ea"/>
        <a:cs typeface="+mn-cs"/>
      </a:defRPr>
    </a:lvl2pPr>
    <a:lvl3pPr marL="914400" algn="l" defTabSz="914400" rtl="0" eaLnBrk="1" latinLnBrk="0" hangingPunct="1">
      <a:defRPr lang="ja-JP" sz="1800" kern="1200">
        <a:solidFill>
          <a:schemeClr val="tx1"/>
        </a:solidFill>
        <a:latin typeface="+mn-lt"/>
        <a:ea typeface="+mn-ea"/>
        <a:cs typeface="+mn-cs"/>
      </a:defRPr>
    </a:lvl3pPr>
    <a:lvl4pPr marL="1371600" algn="l" defTabSz="914400" rtl="0" eaLnBrk="1" latinLnBrk="0" hangingPunct="1">
      <a:defRPr lang="ja-JP" sz="1800" kern="1200">
        <a:solidFill>
          <a:schemeClr val="tx1"/>
        </a:solidFill>
        <a:latin typeface="+mn-lt"/>
        <a:ea typeface="+mn-ea"/>
        <a:cs typeface="+mn-cs"/>
      </a:defRPr>
    </a:lvl4pPr>
    <a:lvl5pPr marL="1828800" algn="l" defTabSz="914400" rtl="0" eaLnBrk="1" latinLnBrk="0" hangingPunct="1">
      <a:defRPr lang="ja-JP" sz="1800" kern="1200">
        <a:solidFill>
          <a:schemeClr val="tx1"/>
        </a:solidFill>
        <a:latin typeface="+mn-lt"/>
        <a:ea typeface="+mn-ea"/>
        <a:cs typeface="+mn-cs"/>
      </a:defRPr>
    </a:lvl5pPr>
    <a:lvl6pPr marL="2286000" algn="l" defTabSz="914400" rtl="0" eaLnBrk="1" latinLnBrk="0" hangingPunct="1">
      <a:defRPr lang="ja-JP" sz="1800" kern="1200">
        <a:solidFill>
          <a:schemeClr val="tx1"/>
        </a:solidFill>
        <a:latin typeface="+mn-lt"/>
        <a:ea typeface="+mn-ea"/>
        <a:cs typeface="+mn-cs"/>
      </a:defRPr>
    </a:lvl6pPr>
    <a:lvl7pPr marL="2743200" algn="l" defTabSz="914400" rtl="0" eaLnBrk="1" latinLnBrk="0" hangingPunct="1">
      <a:defRPr lang="ja-JP" sz="1800" kern="1200">
        <a:solidFill>
          <a:schemeClr val="tx1"/>
        </a:solidFill>
        <a:latin typeface="+mn-lt"/>
        <a:ea typeface="+mn-ea"/>
        <a:cs typeface="+mn-cs"/>
      </a:defRPr>
    </a:lvl7pPr>
    <a:lvl8pPr marL="3200400" algn="l" defTabSz="914400" rtl="0" eaLnBrk="1" latinLnBrk="0" hangingPunct="1">
      <a:defRPr lang="ja-JP" sz="1800" kern="1200">
        <a:solidFill>
          <a:schemeClr val="tx1"/>
        </a:solidFill>
        <a:latin typeface="+mn-lt"/>
        <a:ea typeface="+mn-ea"/>
        <a:cs typeface="+mn-cs"/>
      </a:defRPr>
    </a:lvl8pPr>
    <a:lvl9pPr marL="3657600" algn="l" defTabSz="914400" rtl="0" eaLnBrk="1" latinLnBrk="0" hangingPunct="1">
      <a:defRPr lang="ja-JP"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B8BF"/>
    <a:srgbClr val="5869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4225" autoAdjust="0"/>
  </p:normalViewPr>
  <p:slideViewPr>
    <p:cSldViewPr snapToGrid="0">
      <p:cViewPr varScale="1">
        <p:scale>
          <a:sx n="41" d="100"/>
          <a:sy n="41" d="100"/>
        </p:scale>
        <p:origin x="1628" y="32"/>
      </p:cViewPr>
      <p:guideLst/>
    </p:cSldViewPr>
  </p:slideViewPr>
  <p:outlineViewPr>
    <p:cViewPr>
      <p:scale>
        <a:sx n="33" d="100"/>
        <a:sy n="33" d="100"/>
      </p:scale>
      <p:origin x="0" y="-7776"/>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80" d="100"/>
          <a:sy n="80" d="100"/>
        </p:scale>
        <p:origin x="4002" y="15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51A50702-3C68-4B14-B819-72B57D27F94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3" name="日付プレースホルダー 2">
            <a:extLst>
              <a:ext uri="{FF2B5EF4-FFF2-40B4-BE49-F238E27FC236}">
                <a16:creationId xmlns:a16="http://schemas.microsoft.com/office/drawing/2014/main" id="{EF0F4880-E690-44D0-8356-A9E7BDBAB0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ja-JP" sz="1200"/>
            </a:lvl1pPr>
          </a:lstStyle>
          <a:p>
            <a:pPr rtl="0"/>
            <a:fld id="{3D428F60-EEB6-4235-8F32-A11CE9C14B93}" type="datetime1">
              <a:rPr lang="ja-JP" altLang="en-US" smtClean="0">
                <a:latin typeface="Meiryo UI" panose="020B0604030504040204" pitchFamily="50" charset="-128"/>
                <a:ea typeface="Meiryo UI" panose="020B0604030504040204" pitchFamily="50" charset="-128"/>
              </a:rPr>
              <a:t>2026/5/25</a:t>
            </a:fld>
            <a:endParaRPr lang="ja-JP" dirty="0">
              <a:latin typeface="Meiryo UI" panose="020B0604030504040204" pitchFamily="50" charset="-128"/>
              <a:ea typeface="Meiryo UI" panose="020B0604030504040204" pitchFamily="50" charset="-128"/>
            </a:endParaRPr>
          </a:p>
        </p:txBody>
      </p:sp>
      <p:sp>
        <p:nvSpPr>
          <p:cNvPr id="4" name="フッター プレースホルダー 3">
            <a:extLst>
              <a:ext uri="{FF2B5EF4-FFF2-40B4-BE49-F238E27FC236}">
                <a16:creationId xmlns:a16="http://schemas.microsoft.com/office/drawing/2014/main" id="{26B4ACF6-39FD-4B08-A7D5-5BFDC37B46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ja-JP" sz="1200"/>
            </a:lvl1pPr>
          </a:lstStyle>
          <a:p>
            <a:pPr rtl="0"/>
            <a:endParaRPr lang="ja-JP" dirty="0">
              <a:latin typeface="Meiryo UI" panose="020B0604030504040204" pitchFamily="50" charset="-128"/>
              <a:ea typeface="Meiryo UI" panose="020B0604030504040204" pitchFamily="50" charset="-128"/>
            </a:endParaRPr>
          </a:p>
        </p:txBody>
      </p:sp>
      <p:sp>
        <p:nvSpPr>
          <p:cNvPr id="5" name="スライド番号プレースホルダー 4">
            <a:extLst>
              <a:ext uri="{FF2B5EF4-FFF2-40B4-BE49-F238E27FC236}">
                <a16:creationId xmlns:a16="http://schemas.microsoft.com/office/drawing/2014/main" id="{AF7C9FD2-2C57-4DE7-8EA4-86DEE80B988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ja-JP" sz="1200"/>
            </a:lvl1pPr>
          </a:lstStyle>
          <a:p>
            <a:pPr rtl="0"/>
            <a:fld id="{00AC623C-86E0-4A85-83FB-F4A716956FD4}" type="slidenum">
              <a:rPr lang="ja-JP" smtClean="0">
                <a:latin typeface="Meiryo UI" panose="020B0604030504040204" pitchFamily="50" charset="-128"/>
                <a:ea typeface="Meiryo UI" panose="020B0604030504040204" pitchFamily="50" charset="-128"/>
              </a:rPr>
              <a:t>‹#›</a:t>
            </a:fld>
            <a:endParaRPr 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6939555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ja-JP" sz="1200">
                <a:latin typeface="Meiryo UI" panose="020B0604030504040204" pitchFamily="50" charset="-128"/>
                <a:ea typeface="Meiryo UI" panose="020B0604030504040204" pitchFamily="50" charset="-128"/>
              </a:defRPr>
            </a:lvl1pPr>
          </a:lstStyle>
          <a:p>
            <a:fld id="{D2E69705-234C-4F4E-8785-2C3496ACDA1A}" type="datetime1">
              <a:rPr lang="en-US" altLang="ja-JP" smtClean="0"/>
              <a:pPr/>
              <a:t>5/25/2026</a:t>
            </a:fld>
            <a:endParaRPr lang="ja-JP" altLang="en-US" dirty="0"/>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ja-JP"/>
            </a:defPPr>
          </a:lstStyle>
          <a:p>
            <a:pPr rtl="0"/>
            <a:endParaRPr lang="ja-JP" dirty="0"/>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ja-JP" sz="1200">
                <a:latin typeface="Meiryo UI" panose="020B0604030504040204" pitchFamily="50" charset="-128"/>
                <a:ea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ja-JP" sz="1200">
                <a:latin typeface="Meiryo UI" panose="020B0604030504040204" pitchFamily="50" charset="-128"/>
                <a:ea typeface="Meiryo UI" panose="020B0604030504040204" pitchFamily="50" charset="-128"/>
              </a:defRPr>
            </a:lvl1pPr>
          </a:lstStyle>
          <a:p>
            <a:fld id="{C37D7554-D10C-4E29-B8E6-BB7111FA614F}"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517347050"/>
      </p:ext>
    </p:extLst>
  </p:cSld>
  <p:clrMap bg1="lt1" tx1="dk1" bg2="lt2" tx2="dk2" accent1="accent1" accent2="accent2" accent3="accent3" accent4="accent4" accent5="accent5" accent6="accent6" hlink="hlink" folHlink="folHlink"/>
  <p:notesStyle>
    <a:lvl1pPr marL="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1pPr>
    <a:lvl2pPr marL="4572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2pPr>
    <a:lvl3pPr marL="9144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3pPr>
    <a:lvl4pPr marL="13716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4pPr>
    <a:lvl5pPr marL="1828800" algn="l" defTabSz="914400" rtl="0" eaLnBrk="1" latinLnBrk="0" hangingPunct="1">
      <a:defRPr lang="ja-JP" sz="1200" kern="1200">
        <a:solidFill>
          <a:schemeClr val="tx1"/>
        </a:solidFill>
        <a:latin typeface="Meiryo UI" panose="020B0604030504040204" pitchFamily="50" charset="-128"/>
        <a:ea typeface="Meiryo UI" panose="020B0604030504040204" pitchFamily="50" charset="-128"/>
        <a:cs typeface="+mn-cs"/>
      </a:defRPr>
    </a:lvl5pPr>
    <a:lvl6pPr marL="2286000" algn="l" defTabSz="914400" rtl="0" eaLnBrk="1" latinLnBrk="0" hangingPunct="1">
      <a:defRPr lang="ja-JP" sz="1200" kern="1200">
        <a:solidFill>
          <a:schemeClr val="tx1"/>
        </a:solidFill>
        <a:latin typeface="+mn-cs"/>
        <a:ea typeface="+mn-ea"/>
        <a:cs typeface="+mn-cs"/>
      </a:defRPr>
    </a:lvl6pPr>
    <a:lvl7pPr marL="2743200" algn="l" defTabSz="914400" rtl="0" eaLnBrk="1" latinLnBrk="0" hangingPunct="1">
      <a:defRPr lang="ja-JP" sz="1200" kern="1200">
        <a:solidFill>
          <a:schemeClr val="tx1"/>
        </a:solidFill>
        <a:latin typeface="+mn-cs"/>
        <a:ea typeface="+mn-ea"/>
        <a:cs typeface="+mn-cs"/>
      </a:defRPr>
    </a:lvl7pPr>
    <a:lvl8pPr marL="3200400" algn="l" defTabSz="914400" rtl="0" eaLnBrk="1" latinLnBrk="0" hangingPunct="1">
      <a:defRPr lang="ja-JP" sz="1200" kern="1200">
        <a:solidFill>
          <a:schemeClr val="tx1"/>
        </a:solidFill>
        <a:latin typeface="+mn-cs"/>
        <a:ea typeface="+mn-ea"/>
        <a:cs typeface="+mn-cs"/>
      </a:defRPr>
    </a:lvl8pPr>
    <a:lvl9pPr marL="3657600" algn="l" defTabSz="914400" rtl="0" eaLnBrk="1" latinLnBrk="0" hangingPunct="1">
      <a:defRPr lang="ja-JP" sz="1200" kern="1200">
        <a:solidFill>
          <a:schemeClr val="tx1"/>
        </a:solidFill>
        <a:latin typeface="+mn-cs"/>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rtlCol="0"/>
          <a:lstStyle>
            <a:defPPr>
              <a:defRPr lang="ja-JP"/>
            </a:defPPr>
          </a:lstStyle>
          <a:p>
            <a:pPr rtl="0"/>
            <a:r>
              <a:rPr lang="ja-JP" altLang="en-US" dirty="0"/>
              <a:t>秋山・斎藤ゼミ 西村です。</a:t>
            </a:r>
            <a:endParaRPr lang="en-US" altLang="ja-JP" dirty="0"/>
          </a:p>
          <a:p>
            <a:r>
              <a:rPr lang="ja-JP" altLang="en-US" dirty="0"/>
              <a:t>エ</a:t>
            </a:r>
            <a:r>
              <a:rPr lang="en-US" altLang="ja-JP" dirty="0"/>
              <a:t>―</a:t>
            </a:r>
            <a:r>
              <a:rPr lang="ja-JP" altLang="en-US" dirty="0"/>
              <a:t>今回はですね、マルチスレッドの利点と欠点ということを簡単に説明していきます。</a:t>
            </a:r>
            <a:endParaRPr lang="en-US" altLang="ja-JP" dirty="0"/>
          </a:p>
        </p:txBody>
      </p:sp>
      <p:sp>
        <p:nvSpPr>
          <p:cNvPr id="4" name="スライド番号プレースホルダー 3"/>
          <p:cNvSpPr>
            <a:spLocks noGrp="1"/>
          </p:cNvSpPr>
          <p:nvPr>
            <p:ph type="sldNum" sz="quarter" idx="5"/>
          </p:nvPr>
        </p:nvSpPr>
        <p:spPr/>
        <p:txBody>
          <a:bodyPr rtlCol="0"/>
          <a:lstStyle>
            <a:defPPr>
              <a:defRPr lang="ja-JP"/>
            </a:defPPr>
          </a:lstStyle>
          <a:p>
            <a:pPr rtl="0"/>
            <a:fld id="{C37D7554-D10C-4E29-B8E6-BB7111FA614F}" type="slidenum">
              <a:rPr lang="ja-JP" smtClean="0"/>
              <a:t>1</a:t>
            </a:fld>
            <a:endParaRPr lang="ja-JP" dirty="0"/>
          </a:p>
        </p:txBody>
      </p:sp>
    </p:spTree>
    <p:extLst>
      <p:ext uri="{BB962C8B-B14F-4D97-AF65-F5344CB8AC3E}">
        <p14:creationId xmlns:p14="http://schemas.microsoft.com/office/powerpoint/2010/main" val="1212342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91952-E6F8-74B7-14C1-E4AF4CEDA9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BC4B99-6EC4-C6F9-C60F-DEE61634B5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CCE373-C572-E3E4-B21F-8FDA41875766}"/>
              </a:ext>
            </a:extLst>
          </p:cNvPr>
          <p:cNvSpPr>
            <a:spLocks noGrp="1"/>
          </p:cNvSpPr>
          <p:nvPr>
            <p:ph type="body" idx="1"/>
          </p:nvPr>
        </p:nvSpPr>
        <p:spPr/>
        <p:txBody>
          <a:bodyPr rtlCol="0"/>
          <a:lstStyle>
            <a:defPPr>
              <a:defRPr lang="ja-JP"/>
            </a:defPPr>
          </a:lstStyle>
          <a:p>
            <a:pPr marL="0" lvl="0" indent="0">
              <a:buFont typeface="Arial" panose="020B0604020202020204" pitchFamily="34" charset="0"/>
              <a:buNone/>
              <a:defRPr/>
            </a:pPr>
            <a:r>
              <a:rPr lang="ja-JP" altLang="en-US" dirty="0"/>
              <a:t>まぁいつも通り結論から。</a:t>
            </a:r>
            <a:br>
              <a:rPr lang="en-US" altLang="ja-JP" dirty="0"/>
            </a:br>
            <a:r>
              <a:rPr lang="ja-JP" altLang="en-US" dirty="0"/>
              <a:t>マルチスレッドの利点は</a:t>
            </a:r>
            <a:r>
              <a:rPr kumimoji="1" lang="ja-JP" altLang="en-US" sz="1200" kern="1200" dirty="0">
                <a:solidFill>
                  <a:schemeClr val="bg1"/>
                </a:solidFill>
                <a:latin typeface="Meiryo UI" panose="020B0604030504040204" pitchFamily="50" charset="-128"/>
                <a:ea typeface="Meiryo UI" panose="020B0604030504040204" pitchFamily="50" charset="-128"/>
                <a:cs typeface="+mn-cs"/>
              </a:rPr>
              <a:t>メモリ共有により、処理ごとに毎回新しくメモリを占有しないことによる</a:t>
            </a:r>
            <a:r>
              <a:rPr kumimoji="1" lang="ja-JP" altLang="en-US" sz="1200" b="1" u="sng" kern="1200" dirty="0">
                <a:solidFill>
                  <a:schemeClr val="bg1"/>
                </a:solidFill>
                <a:latin typeface="Meiryo UI" panose="020B0604030504040204" pitchFamily="50" charset="-128"/>
                <a:ea typeface="Meiryo UI" panose="020B0604030504040204" pitchFamily="50" charset="-128"/>
                <a:cs typeface="+mn-cs"/>
              </a:rPr>
              <a:t>「メモリ節約・データ効率化」です。一方</a:t>
            </a:r>
            <a:r>
              <a:rPr kumimoji="1" lang="ja-JP" altLang="en-US" sz="1200" kern="1200" dirty="0">
                <a:solidFill>
                  <a:schemeClr val="bg1"/>
                </a:solidFill>
                <a:latin typeface="Meiryo UI" panose="020B0604030504040204" pitchFamily="50" charset="-128"/>
                <a:ea typeface="Meiryo UI" panose="020B0604030504040204" pitchFamily="50" charset="-128"/>
                <a:cs typeface="+mn-cs"/>
              </a:rPr>
              <a:t>欠点はメモリを共有して複数の処理が同じ場所を使用することによる</a:t>
            </a:r>
            <a:r>
              <a:rPr kumimoji="1" lang="ja-JP" altLang="en-US" sz="1200" b="1" u="sng" dirty="0">
                <a:solidFill>
                  <a:schemeClr val="bg1"/>
                </a:solidFill>
                <a:latin typeface="Meiryo UI" panose="020B0604030504040204" pitchFamily="50" charset="-128"/>
                <a:ea typeface="Meiryo UI" panose="020B0604030504040204" pitchFamily="50" charset="-128"/>
              </a:rPr>
              <a:t>「データ競合・クラッシュの波及」です。いつも通り抽象的なので詳しく見ましょうか。</a:t>
            </a:r>
            <a:endParaRPr kumimoji="1" lang="en-US" altLang="ja-JP" sz="1200" b="1" u="sng" dirty="0">
              <a:solidFill>
                <a:schemeClr val="bg1"/>
              </a:solidFill>
              <a:latin typeface="Meiryo UI" panose="020B0604030504040204" pitchFamily="50" charset="-128"/>
              <a:ea typeface="Meiryo UI" panose="020B0604030504040204" pitchFamily="50" charset="-128"/>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b="0" dirty="0"/>
          </a:p>
        </p:txBody>
      </p:sp>
      <p:sp>
        <p:nvSpPr>
          <p:cNvPr id="4" name="スライド番号プレースホルダー 3">
            <a:extLst>
              <a:ext uri="{FF2B5EF4-FFF2-40B4-BE49-F238E27FC236}">
                <a16:creationId xmlns:a16="http://schemas.microsoft.com/office/drawing/2014/main" id="{6ECBA889-9CDE-BC64-BE33-A106ACE73EF7}"/>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2</a:t>
            </a:fld>
            <a:endParaRPr lang="ja-JP" dirty="0"/>
          </a:p>
        </p:txBody>
      </p:sp>
    </p:spTree>
    <p:extLst>
      <p:ext uri="{BB962C8B-B14F-4D97-AF65-F5344CB8AC3E}">
        <p14:creationId xmlns:p14="http://schemas.microsoft.com/office/powerpoint/2010/main" val="4118898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C8ADD-FDD0-F03B-2275-762EA551EE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6009CC-AA86-671F-5D79-F7E86E2236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4A021D7-36E1-E911-FBA4-82CFCDF16A9F}"/>
              </a:ext>
            </a:extLst>
          </p:cNvPr>
          <p:cNvSpPr>
            <a:spLocks noGrp="1"/>
          </p:cNvSpPr>
          <p:nvPr>
            <p:ph type="body" idx="1"/>
          </p:nvPr>
        </p:nvSpPr>
        <p:spPr/>
        <p:txBody>
          <a:bodyPr rtlCol="0"/>
          <a:lstStyle>
            <a:defPPr>
              <a:defRPr lang="ja-JP"/>
            </a:defP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前回私は、プロセスは自身専用の仮想空間メモリといい、それは</a:t>
            </a:r>
            <a:r>
              <a:rPr lang="en-US" altLang="ja-JP" dirty="0"/>
              <a:t>OS</a:t>
            </a:r>
            <a:r>
              <a:rPr lang="ja-JP" altLang="en-US" dirty="0"/>
              <a:t>によって物理メモリに変換しうまいこと占有しているといいました。このプロセス</a:t>
            </a:r>
            <a:r>
              <a:rPr lang="en-US" altLang="ja-JP" dirty="0"/>
              <a:t>A,</a:t>
            </a:r>
            <a:r>
              <a:rPr lang="ja-JP" altLang="en-US" dirty="0"/>
              <a:t>プロセス</a:t>
            </a:r>
            <a:r>
              <a:rPr lang="en-US" altLang="ja-JP" dirty="0"/>
              <a:t>B</a:t>
            </a:r>
            <a:r>
              <a:rPr lang="ja-JP" altLang="en-US" dirty="0"/>
              <a:t>とプロセスがメモリを占有するタイミングは、大体アプリを開いた時です。では、（</a:t>
            </a:r>
            <a:r>
              <a:rPr lang="en-US" altLang="ja-JP" dirty="0"/>
              <a:t>Enter</a:t>
            </a:r>
            <a:r>
              <a:rPr lang="ja-JP" altLang="en-US" dirty="0"/>
              <a:t>）プロセス</a:t>
            </a:r>
            <a:r>
              <a:rPr lang="en-US" altLang="ja-JP" dirty="0"/>
              <a:t>A</a:t>
            </a:r>
            <a:r>
              <a:rPr lang="ja-JP" altLang="en-US" dirty="0"/>
              <a:t>は</a:t>
            </a:r>
            <a:r>
              <a:rPr lang="en-US" altLang="ja-JP" dirty="0"/>
              <a:t>Word</a:t>
            </a:r>
            <a:r>
              <a:rPr lang="ja-JP" altLang="en-US" dirty="0"/>
              <a:t>アプリを開いた時、</a:t>
            </a:r>
            <a:r>
              <a:rPr lang="en-US" altLang="ja-JP" dirty="0"/>
              <a:t>(Enter)</a:t>
            </a:r>
            <a:r>
              <a:rPr lang="ja-JP" altLang="en-US" dirty="0"/>
              <a:t>プロセス</a:t>
            </a:r>
            <a:r>
              <a:rPr lang="en-US" altLang="ja-JP" dirty="0"/>
              <a:t>B</a:t>
            </a:r>
            <a:r>
              <a:rPr lang="ja-JP" altLang="en-US" dirty="0"/>
              <a:t>はエクセルアプリ起動の時とみて、詳しく見てみましょう。</a:t>
            </a:r>
            <a:endParaRPr lang="en-US" altLang="ja-JP" dirty="0"/>
          </a:p>
        </p:txBody>
      </p:sp>
      <p:sp>
        <p:nvSpPr>
          <p:cNvPr id="4" name="スライド番号プレースホルダー 3">
            <a:extLst>
              <a:ext uri="{FF2B5EF4-FFF2-40B4-BE49-F238E27FC236}">
                <a16:creationId xmlns:a16="http://schemas.microsoft.com/office/drawing/2014/main" id="{CB32A53B-EF82-4C18-71CF-3F509590410B}"/>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3</a:t>
            </a:fld>
            <a:endParaRPr lang="ja-JP" dirty="0"/>
          </a:p>
        </p:txBody>
      </p:sp>
    </p:spTree>
    <p:extLst>
      <p:ext uri="{BB962C8B-B14F-4D97-AF65-F5344CB8AC3E}">
        <p14:creationId xmlns:p14="http://schemas.microsoft.com/office/powerpoint/2010/main" val="42104433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BD69E-A84F-58E9-34CA-92233740032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ED73DF0-E847-3762-5A0A-37CEAD9920A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E7EDBA-FA85-E9D0-C766-12DC65C6074F}"/>
              </a:ext>
            </a:extLst>
          </p:cNvPr>
          <p:cNvSpPr>
            <a:spLocks noGrp="1"/>
          </p:cNvSpPr>
          <p:nvPr>
            <p:ph type="body" idx="1"/>
          </p:nvPr>
        </p:nvSpPr>
        <p:spPr/>
        <p:txBody>
          <a:bodyPr rtlCol="0"/>
          <a:lstStyle>
            <a:defPPr>
              <a:defRPr lang="ja-JP"/>
            </a:defPPr>
          </a:lstStyle>
          <a:p>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この</a:t>
            </a:r>
            <a:r>
              <a:rPr lang="en-US" altLang="ja-JP" sz="1200" b="0" i="0" kern="1200" dirty="0">
                <a:solidFill>
                  <a:schemeClr val="tx1"/>
                </a:solidFill>
                <a:effectLst/>
                <a:latin typeface="Meiryo UI" panose="020B0604030504040204" pitchFamily="50" charset="-128"/>
                <a:ea typeface="Meiryo UI" panose="020B0604030504040204" pitchFamily="50" charset="-128"/>
                <a:cs typeface="+mn-cs"/>
              </a:rPr>
              <a:t>Word</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a:t>
            </a:r>
            <a:r>
              <a:rPr lang="en-US" altLang="ja-JP" sz="1200" b="0" i="0" kern="1200" dirty="0">
                <a:solidFill>
                  <a:schemeClr val="tx1"/>
                </a:solidFill>
                <a:effectLst/>
                <a:latin typeface="Meiryo UI" panose="020B0604030504040204" pitchFamily="50" charset="-128"/>
                <a:ea typeface="Meiryo UI" panose="020B0604030504040204" pitchFamily="50" charset="-128"/>
                <a:cs typeface="+mn-cs"/>
              </a:rPr>
              <a:t>Excel</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を起動して操作する時</a:t>
            </a:r>
            <a:r>
              <a:rPr lang="ja-JP" altLang="en-US" dirty="0"/>
              <a:t>、</a:t>
            </a:r>
            <a:r>
              <a:rPr lang="en-US" altLang="ja-JP" dirty="0"/>
              <a:t>『</a:t>
            </a:r>
            <a:r>
              <a:rPr lang="ja-JP" altLang="en-US" dirty="0"/>
              <a:t>文字入力をしながら、同時にバックグラウンドで自動保存させる</a:t>
            </a:r>
            <a:r>
              <a:rPr lang="en-US" altLang="ja-JP" dirty="0"/>
              <a:t>』</a:t>
            </a:r>
            <a:r>
              <a:rPr lang="ja-JP" altLang="en-US" dirty="0"/>
              <a:t>といったように、色々な機能を</a:t>
            </a:r>
            <a:r>
              <a:rPr lang="ja-JP" altLang="en-US" b="1" dirty="0"/>
              <a:t>同時に、並行して</a:t>
            </a:r>
            <a:r>
              <a:rPr lang="ja-JP" altLang="en-US" dirty="0"/>
              <a:t>使いますよね。</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その処理のたびにに毎回あたらしくメモリを確保していては、物理メモリがいくらあってもたりません。そこで、すでに</a:t>
            </a:r>
            <a:r>
              <a:rPr lang="en-US" altLang="ja-JP" sz="1200" b="0" i="0" kern="1200" dirty="0">
                <a:solidFill>
                  <a:schemeClr val="tx1"/>
                </a:solidFill>
                <a:effectLst/>
                <a:latin typeface="Meiryo UI" panose="020B0604030504040204" pitchFamily="50" charset="-128"/>
                <a:ea typeface="Meiryo UI" panose="020B0604030504040204" pitchFamily="50" charset="-128"/>
                <a:cs typeface="+mn-cs"/>
              </a:rPr>
              <a:t>Word</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立ち上げ時に確保したプロセス</a:t>
            </a:r>
            <a:r>
              <a:rPr lang="en-US" altLang="ja-JP" sz="1200" b="0" i="0" kern="1200" dirty="0">
                <a:solidFill>
                  <a:schemeClr val="tx1"/>
                </a:solidFill>
                <a:effectLst/>
                <a:latin typeface="Meiryo UI" panose="020B0604030504040204" pitchFamily="50" charset="-128"/>
                <a:ea typeface="Meiryo UI" panose="020B0604030504040204" pitchFamily="50" charset="-128"/>
                <a:cs typeface="+mn-cs"/>
              </a:rPr>
              <a:t>A</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内でスレッドを複数用意して、</a:t>
            </a:r>
            <a:r>
              <a:rPr lang="en-US" altLang="ja-JP" dirty="0"/>
              <a:t>『</a:t>
            </a:r>
            <a:r>
              <a:rPr lang="ja-JP" altLang="en-US" dirty="0"/>
              <a:t>マルチスレッド</a:t>
            </a:r>
            <a:r>
              <a:rPr lang="en-US" altLang="ja-JP" dirty="0"/>
              <a:t>』</a:t>
            </a:r>
            <a:r>
              <a:rPr lang="ja-JP" altLang="en-US" dirty="0"/>
              <a:t>という形で複数の処理を同時に走らせます。こうすることで新しいアプリを複数立ち上げる必要がないため、新しくメモリ空間を確保しなくてよく、</a:t>
            </a:r>
            <a:r>
              <a:rPr lang="ja-JP" altLang="en-US" b="1" dirty="0"/>
              <a:t>結果としてシステム全体のメモリを劇的に節約できる</a:t>
            </a:r>
            <a:r>
              <a:rPr lang="ja-JP" altLang="en-US" dirty="0"/>
              <a:t>というメリットを持っています。</a:t>
            </a:r>
            <a:r>
              <a:rPr lang="en-US" altLang="ja-JP" dirty="0"/>
              <a:t>Excel</a:t>
            </a:r>
            <a:r>
              <a:rPr lang="ja-JP" altLang="en-US" dirty="0"/>
              <a:t>も同様です。</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また、アプリ内、つまりプロセス内ですね。にメモリを共有しているため、データ読み書きによる効率が早くなります。（</a:t>
            </a:r>
            <a:r>
              <a:rPr lang="en-US" altLang="ja-JP" sz="1200" b="0" i="0" kern="1200" dirty="0">
                <a:solidFill>
                  <a:schemeClr val="tx1"/>
                </a:solidFill>
                <a:effectLst/>
                <a:latin typeface="Meiryo UI" panose="020B0604030504040204" pitchFamily="50" charset="-128"/>
                <a:ea typeface="Meiryo UI" panose="020B0604030504040204" pitchFamily="50" charset="-128"/>
                <a:cs typeface="+mn-cs"/>
              </a:rPr>
              <a:t>Enter</a:t>
            </a:r>
            <a:r>
              <a:rPr lang="ja-JP" altLang="en-US" sz="1200" b="0" i="0" kern="1200" dirty="0">
                <a:solidFill>
                  <a:schemeClr val="tx1"/>
                </a:solidFill>
                <a:effectLst/>
                <a:latin typeface="Meiryo UI" panose="020B0604030504040204" pitchFamily="50" charset="-128"/>
                <a:ea typeface="Meiryo UI" panose="020B0604030504040204" pitchFamily="50" charset="-128"/>
                <a:cs typeface="+mn-cs"/>
              </a:rPr>
              <a:t>）このように、プロセス内に複数スレッドを用意し、マルチスレッドとして走らせることで、あらたにメモリ確保することなく、同じメモリを使用してメモリの節約・データ高速共有が可能になるというわけです。</a:t>
            </a:r>
            <a:br>
              <a:rPr lang="en-US" altLang="ja-JP" sz="1200" b="0" i="0" kern="1200" dirty="0">
                <a:solidFill>
                  <a:schemeClr val="tx1"/>
                </a:solidFill>
                <a:effectLst/>
                <a:latin typeface="Meiryo UI" panose="020B0604030504040204" pitchFamily="50" charset="-128"/>
                <a:ea typeface="Meiryo UI" panose="020B0604030504040204" pitchFamily="50" charset="-128"/>
                <a:cs typeface="+mn-cs"/>
              </a:rPr>
            </a:br>
            <a:br>
              <a:rPr lang="en-US" altLang="ja-JP" sz="1200" b="0" i="0" kern="1200" dirty="0">
                <a:solidFill>
                  <a:schemeClr val="tx1"/>
                </a:solidFill>
                <a:effectLst/>
                <a:latin typeface="Meiryo UI" panose="020B0604030504040204" pitchFamily="50" charset="-128"/>
                <a:ea typeface="Meiryo UI" panose="020B0604030504040204" pitchFamily="50" charset="-128"/>
                <a:cs typeface="+mn-cs"/>
              </a:rPr>
            </a:br>
            <a:br>
              <a:rPr lang="ja-JP" altLang="en-US" dirty="0"/>
            </a:br>
            <a:endParaRPr lang="ja-JP" altLang="en-US" sz="1200" b="0" i="0" kern="1200" dirty="0">
              <a:solidFill>
                <a:schemeClr val="tx1"/>
              </a:solidFill>
              <a:effectLst/>
              <a:latin typeface="Meiryo UI" panose="020B0604030504040204" pitchFamily="50" charset="-128"/>
              <a:ea typeface="Meiryo UI" panose="020B0604030504040204"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38FE2D6F-8279-F728-6A99-3AD6FDA3013C}"/>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4</a:t>
            </a:fld>
            <a:endParaRPr lang="ja-JP" dirty="0"/>
          </a:p>
        </p:txBody>
      </p:sp>
    </p:spTree>
    <p:extLst>
      <p:ext uri="{BB962C8B-B14F-4D97-AF65-F5344CB8AC3E}">
        <p14:creationId xmlns:p14="http://schemas.microsoft.com/office/powerpoint/2010/main" val="3868570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AC6D7-4DBB-2419-6C76-C89414E548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ED28E4-0A0D-D7D7-439B-6DE4528A8B1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C607476-F505-5130-CECD-D39AAB0687B0}"/>
              </a:ext>
            </a:extLst>
          </p:cNvPr>
          <p:cNvSpPr>
            <a:spLocks noGrp="1"/>
          </p:cNvSpPr>
          <p:nvPr>
            <p:ph type="body" idx="1"/>
          </p:nvPr>
        </p:nvSpPr>
        <p:spPr/>
        <p:txBody>
          <a:bodyPr rtlCol="0"/>
          <a:lstStyle>
            <a:defPPr>
              <a:defRPr lang="ja-JP"/>
            </a:defPPr>
          </a:lstStyle>
          <a:p>
            <a:pPr>
              <a:lnSpc>
                <a:spcPct val="110000"/>
              </a:lnSpc>
            </a:pPr>
            <a:r>
              <a:rPr lang="ja-JP" altLang="en-US" sz="1200" dirty="0"/>
              <a:t>では次にマルチスレッドの欠点です。</a:t>
            </a:r>
            <a:br>
              <a:rPr lang="en-US" altLang="ja-JP" sz="1200" dirty="0"/>
            </a:br>
            <a:r>
              <a:rPr lang="ja-JP" altLang="en-US" sz="1200" dirty="0"/>
              <a:t>まずデータの競合について話します。マルチスレッドにおいて、スレッド同士は同じメモリを共有しているため、スレッド</a:t>
            </a:r>
            <a:r>
              <a:rPr lang="en-US" altLang="ja-JP" sz="1200" dirty="0"/>
              <a:t>A,B</a:t>
            </a:r>
            <a:r>
              <a:rPr lang="ja-JP" altLang="en-US" sz="1200" dirty="0"/>
              <a:t>が同時に同じ変数に書き込むこんでデータが矛盾するといったことがあります。</a:t>
            </a:r>
            <a:br>
              <a:rPr lang="en-US" altLang="ja-JP" sz="1200" dirty="0"/>
            </a:br>
            <a:r>
              <a:rPr lang="ja-JP" altLang="en-US" sz="1200" dirty="0"/>
              <a:t>次にクラッシュの波及ですね。</a:t>
            </a:r>
            <a:endParaRPr lang="en-US" altLang="ja-JP" sz="1200" dirty="0"/>
          </a:p>
          <a:p>
            <a:pPr>
              <a:lnSpc>
                <a:spcPct val="110000"/>
              </a:lnSpc>
            </a:pPr>
            <a:r>
              <a:rPr lang="ja-JP" altLang="en-US" sz="1200" dirty="0"/>
              <a:t>プロセスという一つのメモリを共有しているため、</a:t>
            </a:r>
            <a:r>
              <a:rPr lang="en-US" altLang="ja-JP" sz="1200" dirty="0"/>
              <a:t>OS</a:t>
            </a:r>
            <a:r>
              <a:rPr lang="ja-JP" altLang="en-US" sz="1200" dirty="0"/>
              <a:t>による障壁がありません。一つのスレッドがエラーという火事を起こせば、アプリも一蓮托生のため巻き添えになりクラッシュしたりフリーズします。</a:t>
            </a:r>
            <a:endParaRPr lang="en-US" altLang="ja-JP" sz="1200" dirty="0"/>
          </a:p>
          <a:p>
            <a:pPr>
              <a:lnSpc>
                <a:spcPct val="110000"/>
              </a:lnSpc>
            </a:pPr>
            <a:r>
              <a:rPr lang="ja-JP" altLang="en-US" sz="1200" dirty="0"/>
              <a:t>よくワードとかでエラーが起きて固まったことがありますよね。あれですあれ。</a:t>
            </a:r>
            <a:endParaRPr lang="en-US" altLang="ja-JP" sz="1200" dirty="0"/>
          </a:p>
        </p:txBody>
      </p:sp>
      <p:sp>
        <p:nvSpPr>
          <p:cNvPr id="4" name="スライド番号プレースホルダー 3">
            <a:extLst>
              <a:ext uri="{FF2B5EF4-FFF2-40B4-BE49-F238E27FC236}">
                <a16:creationId xmlns:a16="http://schemas.microsoft.com/office/drawing/2014/main" id="{01621335-EA61-D835-9274-593302084DB6}"/>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5</a:t>
            </a:fld>
            <a:endParaRPr lang="ja-JP" dirty="0"/>
          </a:p>
        </p:txBody>
      </p:sp>
    </p:spTree>
    <p:extLst>
      <p:ext uri="{BB962C8B-B14F-4D97-AF65-F5344CB8AC3E}">
        <p14:creationId xmlns:p14="http://schemas.microsoft.com/office/powerpoint/2010/main" val="15385212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BC98E-E0F8-CDDE-D314-B6B6954D009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2A82E99-0BBD-6D2D-07C8-F22B743CCB5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DA7309A-486B-7606-E188-3C6034D68591}"/>
              </a:ext>
            </a:extLst>
          </p:cNvPr>
          <p:cNvSpPr>
            <a:spLocks noGrp="1"/>
          </p:cNvSpPr>
          <p:nvPr>
            <p:ph type="body" idx="1"/>
          </p:nvPr>
        </p:nvSpPr>
        <p:spPr/>
        <p:txBody>
          <a:bodyPr rtlCol="0"/>
          <a:lstStyle>
            <a:defPPr>
              <a:defRPr lang="ja-JP"/>
            </a:defPPr>
          </a:lstStyle>
          <a:p>
            <a:r>
              <a:rPr lang="ja-JP" altLang="en-US" sz="3600" dirty="0"/>
              <a:t>最後にまとめです。マルチスレッドの利点は、</a:t>
            </a:r>
            <a:r>
              <a:rPr kumimoji="1" lang="ja-JP" altLang="en-US" sz="3600" kern="1200" dirty="0">
                <a:solidFill>
                  <a:schemeClr val="bg1"/>
                </a:solidFill>
                <a:latin typeface="Meiryo UI" panose="020B0604030504040204" pitchFamily="50" charset="-128"/>
                <a:ea typeface="Meiryo UI" panose="020B0604030504040204" pitchFamily="50" charset="-128"/>
                <a:cs typeface="+mn-cs"/>
              </a:rPr>
              <a:t>処理ごとに毎回新しくメモリを占有しないことによる</a:t>
            </a:r>
            <a:r>
              <a:rPr kumimoji="1" lang="ja-JP" altLang="en-US" sz="3600" b="1" u="sng" kern="1200" dirty="0">
                <a:solidFill>
                  <a:schemeClr val="bg1"/>
                </a:solidFill>
                <a:latin typeface="Meiryo UI" panose="020B0604030504040204" pitchFamily="50" charset="-128"/>
                <a:ea typeface="Meiryo UI" panose="020B0604030504040204" pitchFamily="50" charset="-128"/>
                <a:cs typeface="+mn-cs"/>
              </a:rPr>
              <a:t>「メモリ節約・データ効率化」であること。これによりアプリでの複数処理を同時にすすめることができます。</a:t>
            </a:r>
            <a:br>
              <a:rPr kumimoji="1" lang="en-US" altLang="ja-JP" sz="3600" b="1" u="sng" kern="1200" dirty="0">
                <a:solidFill>
                  <a:schemeClr val="bg1"/>
                </a:solidFill>
                <a:latin typeface="Meiryo UI" panose="020B0604030504040204" pitchFamily="50" charset="-128"/>
                <a:ea typeface="Meiryo UI" panose="020B0604030504040204" pitchFamily="50" charset="-128"/>
                <a:cs typeface="+mn-cs"/>
              </a:rPr>
            </a:br>
            <a:r>
              <a:rPr lang="ja-JP" altLang="en-US" sz="3600" dirty="0"/>
              <a:t>一方で欠点は、メモリを共有して複数の処理が同じ場所を使用することによる**</a:t>
            </a:r>
            <a:r>
              <a:rPr lang="en-US" altLang="ja-JP" sz="3600" dirty="0"/>
              <a:t>『</a:t>
            </a:r>
            <a:r>
              <a:rPr lang="ja-JP" altLang="en-US" sz="3600" dirty="0"/>
              <a:t>データ競合</a:t>
            </a:r>
            <a:r>
              <a:rPr lang="en-US" altLang="ja-JP" sz="3600" dirty="0"/>
              <a:t>』</a:t>
            </a:r>
            <a:r>
              <a:rPr lang="ja-JP" altLang="en-US" sz="3600" b="1" dirty="0"/>
              <a:t>と</a:t>
            </a:r>
            <a:r>
              <a:rPr lang="en-US" altLang="ja-JP" sz="3600" dirty="0"/>
              <a:t>『</a:t>
            </a:r>
            <a:r>
              <a:rPr lang="ja-JP" altLang="en-US" sz="3600" dirty="0"/>
              <a:t>クラッシュの波及</a:t>
            </a:r>
            <a:r>
              <a:rPr lang="en-US" altLang="ja-JP" sz="3600" dirty="0"/>
              <a:t>』**</a:t>
            </a:r>
            <a:r>
              <a:rPr lang="ja-JP" altLang="en-US" sz="3600" dirty="0"/>
              <a:t>です。 隔離壁がないため、複数スレッドが同じデータにアクセスし、データがぐちゃぐちゃに壊れたり、たった</a:t>
            </a:r>
            <a:r>
              <a:rPr lang="en-US" altLang="ja-JP" sz="3600" dirty="0"/>
              <a:t>1</a:t>
            </a:r>
            <a:r>
              <a:rPr lang="ja-JP" altLang="en-US" sz="3600" dirty="0"/>
              <a:t>つのスレッドが起こしたエラーのせいで、アプリ全体が巻き添えを食って丸ごとフリーズするということが起きます。</a:t>
            </a:r>
            <a:br>
              <a:rPr lang="en-US" altLang="ja-JP" sz="3600" dirty="0"/>
            </a:br>
            <a:r>
              <a:rPr lang="ja-JP" altLang="en-US" sz="3600" dirty="0"/>
              <a:t>以上です。ご清聴ありがとうございました。</a:t>
            </a:r>
            <a:endParaRPr kumimoji="1" lang="ja-JP" altLang="en-US" sz="3600" kern="1200" dirty="0">
              <a:solidFill>
                <a:schemeClr val="bg1"/>
              </a:solidFill>
              <a:latin typeface="Meiryo UI" panose="020B0604030504040204" pitchFamily="50" charset="-128"/>
              <a:ea typeface="Meiryo UI" panose="020B0604030504040204" pitchFamily="50" charset="-128"/>
              <a:cs typeface="+mj-cs"/>
            </a:endParaRPr>
          </a:p>
        </p:txBody>
      </p:sp>
      <p:sp>
        <p:nvSpPr>
          <p:cNvPr id="4" name="スライド番号プレースホルダー 3">
            <a:extLst>
              <a:ext uri="{FF2B5EF4-FFF2-40B4-BE49-F238E27FC236}">
                <a16:creationId xmlns:a16="http://schemas.microsoft.com/office/drawing/2014/main" id="{837668BF-12CF-C0F9-8365-92884FF81492}"/>
              </a:ext>
            </a:extLst>
          </p:cNvPr>
          <p:cNvSpPr>
            <a:spLocks noGrp="1"/>
          </p:cNvSpPr>
          <p:nvPr>
            <p:ph type="sldNum" sz="quarter" idx="5"/>
          </p:nvPr>
        </p:nvSpPr>
        <p:spPr/>
        <p:txBody>
          <a:bodyPr rtlCol="0"/>
          <a:lstStyle>
            <a:defPPr>
              <a:defRPr lang="ja-JP"/>
            </a:defPPr>
          </a:lstStyle>
          <a:p>
            <a:pPr rtl="0"/>
            <a:fld id="{C37D7554-D10C-4E29-B8E6-BB7111FA614F}" type="slidenum">
              <a:rPr lang="en-US" altLang="ja-JP" smtClean="0"/>
              <a:t>6</a:t>
            </a:fld>
            <a:endParaRPr lang="ja-JP" dirty="0"/>
          </a:p>
        </p:txBody>
      </p:sp>
    </p:spTree>
    <p:extLst>
      <p:ext uri="{BB962C8B-B14F-4D97-AF65-F5344CB8AC3E}">
        <p14:creationId xmlns:p14="http://schemas.microsoft.com/office/powerpoint/2010/main" val="35876234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5" y="690511"/>
            <a:ext cx="518582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Tree>
    <p:extLst>
      <p:ext uri="{BB962C8B-B14F-4D97-AF65-F5344CB8AC3E}">
        <p14:creationId xmlns:p14="http://schemas.microsoft.com/office/powerpoint/2010/main" val="1784555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議題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55583" y="737115"/>
            <a:ext cx="4640418" cy="5407091"/>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6388461" y="737115"/>
            <a:ext cx="4449712" cy="5407091"/>
          </a:xfrm>
        </p:spPr>
        <p:txBody>
          <a:bodyPr lIns="0" tIns="0" rIns="0" bIns="0" rtlCol="0" anchor="ctr">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ltLang="en-US" noProof="0" dirty="0"/>
              <a:t>クリックしてコンテンツを追加</a:t>
            </a:r>
          </a:p>
          <a:p>
            <a:pPr lvl="1" rtl="0"/>
            <a:r>
              <a:rPr lang="ja-JP" altLang="en-US" noProof="0" dirty="0"/>
              <a:t>第 </a:t>
            </a:r>
            <a:r>
              <a:rPr lang="en-US" altLang="ja-JP" noProof="0" dirty="0"/>
              <a:t>2 </a:t>
            </a:r>
            <a:r>
              <a:rPr lang="ja-JP" altLang="en-US" noProof="0" dirty="0"/>
              <a:t>レベル</a:t>
            </a:r>
          </a:p>
          <a:p>
            <a:pPr lvl="2" rtl="0"/>
            <a:r>
              <a:rPr lang="ja-JP" altLang="en-US" noProof="0" dirty="0"/>
              <a:t>第 </a:t>
            </a:r>
            <a:r>
              <a:rPr lang="en-US" altLang="ja-JP" noProof="0" dirty="0"/>
              <a:t>3 </a:t>
            </a:r>
            <a:r>
              <a:rPr lang="ja-JP" altLang="en-US" noProof="0" dirty="0"/>
              <a:t>レベル</a:t>
            </a:r>
          </a:p>
          <a:p>
            <a:pPr lvl="3" rtl="0"/>
            <a:r>
              <a:rPr lang="ja-JP" altLang="en-US" noProof="0" dirty="0"/>
              <a:t>第 </a:t>
            </a:r>
            <a:r>
              <a:rPr lang="en-US" altLang="ja-JP" noProof="0" dirty="0"/>
              <a:t>4 </a:t>
            </a:r>
            <a:r>
              <a:rPr lang="ja-JP" altLang="en-US" noProof="0" dirty="0"/>
              <a:t>レベル</a:t>
            </a:r>
          </a:p>
          <a:p>
            <a:pPr lvl="4" rtl="0"/>
            <a:r>
              <a:rPr lang="ja-JP" altLang="en-US" noProof="0" dirty="0"/>
              <a:t>第 </a:t>
            </a:r>
            <a:r>
              <a:rPr lang="en-US" altLang="ja-JP" noProof="0" dirty="0"/>
              <a:t>5 </a:t>
            </a:r>
            <a:r>
              <a:rPr lang="ja-JP" altLang="en-US" noProof="0" dirty="0"/>
              <a:t>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4E9F5D75-1D8F-F695-81F8-4A6D0C67821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3277245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タイトルと画像">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1278294"/>
            <a:ext cx="5000318" cy="4904141"/>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6642169" y="-1"/>
            <a:ext cx="4635426" cy="6857999"/>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90299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とサブタイトル">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 name="タイトル 8">
            <a:extLst>
              <a:ext uri="{FF2B5EF4-FFF2-40B4-BE49-F238E27FC236}">
                <a16:creationId xmlns:a16="http://schemas.microsoft.com/office/drawing/2014/main" id="{BB6B956C-A124-5A7C-EBD4-CBB618B9BC1D}"/>
              </a:ext>
            </a:extLst>
          </p:cNvPr>
          <p:cNvSpPr>
            <a:spLocks noGrp="1"/>
          </p:cNvSpPr>
          <p:nvPr>
            <p:ph type="title" hasCustomPrompt="1"/>
          </p:nvPr>
        </p:nvSpPr>
        <p:spPr>
          <a:xfrm>
            <a:off x="1353827" y="3508311"/>
            <a:ext cx="9923770" cy="1438762"/>
          </a:xfrm>
        </p:spPr>
        <p:txBody>
          <a:bodyPr rtlCol="0" anchor="b">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図プレースホルダー 11">
            <a:extLst>
              <a:ext uri="{FF2B5EF4-FFF2-40B4-BE49-F238E27FC236}">
                <a16:creationId xmlns:a16="http://schemas.microsoft.com/office/drawing/2014/main" id="{2B92702B-E14C-886C-445A-349265F37592}"/>
              </a:ext>
            </a:extLst>
          </p:cNvPr>
          <p:cNvSpPr>
            <a:spLocks noGrp="1"/>
          </p:cNvSpPr>
          <p:nvPr>
            <p:ph type="pic" sz="quarter" idx="13" hasCustomPrompt="1"/>
          </p:nvPr>
        </p:nvSpPr>
        <p:spPr>
          <a:xfrm>
            <a:off x="915600" y="0"/>
            <a:ext cx="10361995" cy="3429000"/>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6" name="長方形 5">
            <a:extLst>
              <a:ext uri="{FF2B5EF4-FFF2-40B4-BE49-F238E27FC236}">
                <a16:creationId xmlns:a16="http://schemas.microsoft.com/office/drawing/2014/main" id="{49C76C37-CBD2-36CF-1413-53DD1CB4A545}"/>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510D1AAD-E663-5B8E-CE72-64C1DBF19CE0}"/>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8" name="直線​​コネクタ(S) 7">
            <a:extLst>
              <a:ext uri="{FF2B5EF4-FFF2-40B4-BE49-F238E27FC236}">
                <a16:creationId xmlns:a16="http://schemas.microsoft.com/office/drawing/2014/main" id="{EC250190-89C1-EAA3-6C2A-15A60C6754F5}"/>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12">
            <a:extLst>
              <a:ext uri="{FF2B5EF4-FFF2-40B4-BE49-F238E27FC236}">
                <a16:creationId xmlns:a16="http://schemas.microsoft.com/office/drawing/2014/main" id="{D179113D-0374-3934-841E-56AD5AFCF977}"/>
              </a:ext>
            </a:extLst>
          </p:cNvPr>
          <p:cNvSpPr>
            <a:spLocks noGrp="1"/>
          </p:cNvSpPr>
          <p:nvPr>
            <p:ph type="body" sz="quarter" idx="12" hasCustomPrompt="1"/>
          </p:nvPr>
        </p:nvSpPr>
        <p:spPr>
          <a:xfrm>
            <a:off x="1353828" y="5228488"/>
            <a:ext cx="9923770" cy="1368256"/>
          </a:xfrm>
          <a:prstGeom prst="rect">
            <a:avLst/>
          </a:prstGeom>
        </p:spPr>
        <p:txBody>
          <a:bodyPr rtlCol="0" anchor="t">
            <a:normAutofit/>
          </a:bodyPr>
          <a:lstStyle>
            <a:lvl1pPr marL="0" indent="0" algn="l">
              <a:lnSpc>
                <a:spcPct val="80000"/>
              </a:lnSpc>
              <a:spcBef>
                <a:spcPts val="0"/>
              </a:spcBef>
              <a:buNone/>
              <a:defRPr lang="ja-JP" sz="2000" spc="0" baseline="0">
                <a:solidFill>
                  <a:schemeClr val="tx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322722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コンテンツ ">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5" y="503852"/>
            <a:ext cx="9150675"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50153" y="2108722"/>
            <a:ext cx="8552264" cy="4119463"/>
          </a:xfrm>
        </p:spPr>
        <p:txBody>
          <a:bodyPr lIns="0" tIns="0" rIns="0" bIns="0" rtlCol="0">
            <a:normAutofit/>
          </a:bodyPr>
          <a:lstStyle>
            <a:lvl1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1pPr>
            <a:lvl2pPr marL="6858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1430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6002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057400" indent="-2286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cxnSp>
        <p:nvCxnSpPr>
          <p:cNvPr id="3" name="直線​​コネクタ(S) 2">
            <a:extLst>
              <a:ext uri="{FF2B5EF4-FFF2-40B4-BE49-F238E27FC236}">
                <a16:creationId xmlns:a16="http://schemas.microsoft.com/office/drawing/2014/main" id="{45FE61D9-DA99-9DA5-5DD2-C4118066CA63}"/>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8" name="長方形 7">
            <a:extLst>
              <a:ext uri="{FF2B5EF4-FFF2-40B4-BE49-F238E27FC236}">
                <a16:creationId xmlns:a16="http://schemas.microsoft.com/office/drawing/2014/main" id="{CE64603E-965E-E3BF-203B-F4D99428203D}"/>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スライド番号プレースホルダー 5">
            <a:extLst>
              <a:ext uri="{FF2B5EF4-FFF2-40B4-BE49-F238E27FC236}">
                <a16:creationId xmlns:a16="http://schemas.microsoft.com/office/drawing/2014/main" id="{5DABAFC1-3E76-DCE6-3A6D-E0020C5BE8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1373596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のタイトル">
    <p:bg>
      <p:bgPr>
        <a:solidFill>
          <a:schemeClr val="accent6"/>
        </a:solidFill>
        <a:effectLst/>
      </p:bgPr>
    </p:bg>
    <p:spTree>
      <p:nvGrpSpPr>
        <p:cNvPr id="1" name=""/>
        <p:cNvGrpSpPr/>
        <p:nvPr/>
      </p:nvGrpSpPr>
      <p:grpSpPr>
        <a:xfrm>
          <a:off x="0" y="0"/>
          <a:ext cx="0" cy="0"/>
          <a:chOff x="0" y="0"/>
          <a:chExt cx="0" cy="0"/>
        </a:xfrm>
      </p:grpSpPr>
      <p:sp>
        <p:nvSpPr>
          <p:cNvPr id="8" name="タイトル 7">
            <a:extLst>
              <a:ext uri="{FF2B5EF4-FFF2-40B4-BE49-F238E27FC236}">
                <a16:creationId xmlns:a16="http://schemas.microsoft.com/office/drawing/2014/main" id="{507175C5-CB2F-2BAC-3704-54DCD1BF043F}"/>
              </a:ext>
            </a:extLst>
          </p:cNvPr>
          <p:cNvSpPr>
            <a:spLocks noGrp="1"/>
          </p:cNvSpPr>
          <p:nvPr>
            <p:ph type="title" hasCustomPrompt="1"/>
          </p:nvPr>
        </p:nvSpPr>
        <p:spPr>
          <a:xfrm>
            <a:off x="1038031" y="1068169"/>
            <a:ext cx="10115939" cy="2681549"/>
          </a:xfrm>
        </p:spPr>
        <p:txBody>
          <a:bodyPr rtlCol="0" anchor="b"/>
          <a:lstStyle>
            <a:lvl1pPr algn="ctr">
              <a:defRPr lang="ja-JP">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5" name="長方形 4">
            <a:extLst>
              <a:ext uri="{FF2B5EF4-FFF2-40B4-BE49-F238E27FC236}">
                <a16:creationId xmlns:a16="http://schemas.microsoft.com/office/drawing/2014/main" id="{3901905E-33E7-852F-94E3-8E100B3D1E4A}"/>
              </a:ext>
              <a:ext uri="{C183D7F6-B498-43B3-948B-1728B52AA6E4}">
                <adec:decorative xmlns:adec="http://schemas.microsoft.com/office/drawing/2017/decorative" val="1"/>
              </a:ext>
            </a:extLst>
          </p:cNvPr>
          <p:cNvSpPr/>
          <p:nvPr userDrawn="1"/>
        </p:nvSpPr>
        <p:spPr>
          <a:xfrm>
            <a:off x="914400" y="914400"/>
            <a:ext cx="10363200" cy="5029200"/>
          </a:xfrm>
          <a:prstGeom prst="rect">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6" name="長方形 5">
            <a:extLst>
              <a:ext uri="{FF2B5EF4-FFF2-40B4-BE49-F238E27FC236}">
                <a16:creationId xmlns:a16="http://schemas.microsoft.com/office/drawing/2014/main" id="{1B7799F7-CBB1-9649-7D06-F7EEFD4F0183}"/>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7" name="長方形 6">
            <a:extLst>
              <a:ext uri="{FF2B5EF4-FFF2-40B4-BE49-F238E27FC236}">
                <a16:creationId xmlns:a16="http://schemas.microsoft.com/office/drawing/2014/main" id="{B1AFC5CA-DB29-4B8C-C004-72E4EC761C3B}"/>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9" name="テキスト プレースホルダー 12">
            <a:extLst>
              <a:ext uri="{FF2B5EF4-FFF2-40B4-BE49-F238E27FC236}">
                <a16:creationId xmlns:a16="http://schemas.microsoft.com/office/drawing/2014/main" id="{E3CB2D2A-7172-87CE-D493-DAF52D62EBFC}"/>
              </a:ext>
            </a:extLst>
          </p:cNvPr>
          <p:cNvSpPr>
            <a:spLocks noGrp="1"/>
          </p:cNvSpPr>
          <p:nvPr>
            <p:ph type="body" sz="quarter" idx="12" hasCustomPrompt="1"/>
          </p:nvPr>
        </p:nvSpPr>
        <p:spPr>
          <a:xfrm>
            <a:off x="1038031" y="4027047"/>
            <a:ext cx="10115939" cy="1762783"/>
          </a:xfrm>
          <a:prstGeom prst="rect">
            <a:avLst/>
          </a:prstGeom>
        </p:spPr>
        <p:txBody>
          <a:bodyPr rtlCol="0" anchor="t">
            <a:normAutofit/>
          </a:bodyPr>
          <a:lstStyle>
            <a:lvl1pPr marL="0" indent="0" algn="ctr">
              <a:lnSpc>
                <a:spcPct val="80000"/>
              </a:lnSpc>
              <a:spcBef>
                <a:spcPts val="0"/>
              </a:spcBef>
              <a:buNone/>
              <a:defRPr lang="ja-JP" sz="2000" spc="0" baseline="0">
                <a:solidFill>
                  <a:schemeClr val="bg1"/>
                </a:solidFill>
                <a:latin typeface="Meiryo UI" panose="020B0604030504040204" pitchFamily="50" charset="-128"/>
                <a:ea typeface="Meiryo UI" panose="020B0604030504040204" pitchFamily="50" charset="-128"/>
                <a:cs typeface="+mn-cs"/>
              </a:defRPr>
            </a:lvl1pPr>
          </a:lstStyle>
          <a:p>
            <a:pPr lvl="0" rtl="0"/>
            <a:r>
              <a:rPr lang="ja-JP"/>
              <a:t>クリックしてサブタイトルを追加</a:t>
            </a:r>
          </a:p>
        </p:txBody>
      </p:sp>
    </p:spTree>
    <p:extLst>
      <p:ext uri="{BB962C8B-B14F-4D97-AF65-F5344CB8AC3E}">
        <p14:creationId xmlns:p14="http://schemas.microsoft.com/office/powerpoint/2010/main" val="2069536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2" name="コンテンツ プレースホルダー 7">
            <a:extLst>
              <a:ext uri="{FF2B5EF4-FFF2-40B4-BE49-F238E27FC236}">
                <a16:creationId xmlns:a16="http://schemas.microsoft.com/office/drawing/2014/main" id="{AEA3C42D-C3E7-4F13-63E2-96D7A3B21113}"/>
              </a:ext>
            </a:extLst>
          </p:cNvPr>
          <p:cNvSpPr>
            <a:spLocks noGrp="1"/>
          </p:cNvSpPr>
          <p:nvPr>
            <p:ph sz="quarter" idx="12" hasCustomPrompt="1"/>
          </p:nvPr>
        </p:nvSpPr>
        <p:spPr>
          <a:xfrm>
            <a:off x="1468814" y="2057401"/>
            <a:ext cx="4627186"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668185" y="2057401"/>
            <a:ext cx="4609399"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1D40DF0B-6602-19D4-3110-4659C28780D5}"/>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61720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3">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4" name="コンテンツ プレースホルダー 7">
            <a:extLst>
              <a:ext uri="{FF2B5EF4-FFF2-40B4-BE49-F238E27FC236}">
                <a16:creationId xmlns:a16="http://schemas.microsoft.com/office/drawing/2014/main" id="{C355854D-70C0-E6E1-2A0C-284D00A21AEC}"/>
              </a:ext>
            </a:extLst>
          </p:cNvPr>
          <p:cNvSpPr>
            <a:spLocks noGrp="1"/>
          </p:cNvSpPr>
          <p:nvPr>
            <p:ph sz="quarter" idx="12" hasCustomPrompt="1"/>
          </p:nvPr>
        </p:nvSpPr>
        <p:spPr>
          <a:xfrm>
            <a:off x="1468815" y="2057401"/>
            <a:ext cx="3068678" cy="4119463"/>
          </a:xfrm>
        </p:spPr>
        <p:txBody>
          <a:bodyPr lIns="0" rtlCol="0">
            <a:normAutofit/>
          </a:bodyPr>
          <a:lstStyle>
            <a:lvl1pPr marL="320040" indent="-320040">
              <a:lnSpc>
                <a:spcPct val="100000"/>
              </a:lnSpc>
              <a:spcBef>
                <a:spcPts val="0"/>
              </a:spcBef>
              <a:spcAft>
                <a:spcPts val="1200"/>
              </a:spcAft>
              <a:buFont typeface="+mj-lt"/>
              <a:buAutoNum type="arabicPeriod"/>
              <a:defRPr lang="ja-JP" sz="2000">
                <a:latin typeface="Meiryo UI" panose="020B0604030504040204" pitchFamily="50" charset="-128"/>
                <a:ea typeface="Meiryo UI" panose="020B0604030504040204" pitchFamily="50" charset="-128"/>
              </a:defRPr>
            </a:lvl1pPr>
            <a:lvl2pPr marL="457200" indent="-320040">
              <a:lnSpc>
                <a:spcPct val="100000"/>
              </a:lnSpc>
              <a:spcBef>
                <a:spcPts val="1000"/>
              </a:spcBef>
              <a:spcAft>
                <a:spcPts val="1200"/>
              </a:spcAft>
              <a:buFont typeface="+mj-lt"/>
              <a:buAutoNum type="alphaLcPeriod"/>
              <a:defRPr lang="ja-JP" sz="2000">
                <a:latin typeface="Meiryo UI" panose="020B0604030504040204" pitchFamily="50" charset="-128"/>
                <a:ea typeface="Meiryo UI" panose="020B0604030504040204" pitchFamily="50" charset="-128"/>
              </a:defRPr>
            </a:lvl2pPr>
            <a:lvl3pPr marL="914400" indent="-320040">
              <a:spcBef>
                <a:spcPts val="1000"/>
              </a:spcBef>
              <a:spcAft>
                <a:spcPts val="1200"/>
              </a:spcAft>
              <a:buFont typeface="+mj-lt"/>
              <a:buAutoNum type="arabicParenR"/>
              <a:defRPr lang="ja-JP" sz="2000">
                <a:latin typeface="Meiryo UI" panose="020B0604030504040204" pitchFamily="50" charset="-128"/>
                <a:ea typeface="Meiryo UI" panose="020B0604030504040204" pitchFamily="50" charset="-128"/>
              </a:defRPr>
            </a:lvl3pPr>
            <a:lvl4pPr marL="1371600" indent="-320040">
              <a:spcBef>
                <a:spcPts val="1000"/>
              </a:spcBef>
              <a:spcAft>
                <a:spcPts val="1200"/>
              </a:spcAft>
              <a:buFont typeface="+mj-lt"/>
              <a:buAutoNum type="alphaLcParenR"/>
              <a:defRPr lang="ja-JP" sz="2000">
                <a:latin typeface="Meiryo UI" panose="020B0604030504040204" pitchFamily="50" charset="-128"/>
                <a:ea typeface="Meiryo UI" panose="020B0604030504040204" pitchFamily="50" charset="-128"/>
              </a:defRPr>
            </a:lvl4pPr>
            <a:lvl5pPr marL="1828800" indent="-320040">
              <a:spcBef>
                <a:spcPts val="1000"/>
              </a:spcBef>
              <a:spcAft>
                <a:spcPts val="1200"/>
              </a:spcAft>
              <a:buFont typeface="+mj-lt"/>
              <a:buAutoNum type="romanLcPeriod"/>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5191727" y="2057401"/>
            <a:ext cx="6085857" cy="4119463"/>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228600" indent="-2286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6858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1430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1600200" indent="-2286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5">
            <a:extLst>
              <a:ext uri="{FF2B5EF4-FFF2-40B4-BE49-F238E27FC236}">
                <a16:creationId xmlns:a16="http://schemas.microsoft.com/office/drawing/2014/main" id="{D7B331F9-6D4A-5020-969F-E961AF374E19}"/>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251423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タイトル、画像とコンテンツ">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図プレースホルダー 7">
            <a:extLst>
              <a:ext uri="{FF2B5EF4-FFF2-40B4-BE49-F238E27FC236}">
                <a16:creationId xmlns:a16="http://schemas.microsoft.com/office/drawing/2014/main" id="{357912CB-B8F8-1E65-094F-AD3220E6C79C}"/>
              </a:ext>
            </a:extLst>
          </p:cNvPr>
          <p:cNvSpPr>
            <a:spLocks noGrp="1"/>
          </p:cNvSpPr>
          <p:nvPr>
            <p:ph type="pic" sz="quarter" idx="12" hasCustomPrompt="1"/>
          </p:nvPr>
        </p:nvSpPr>
        <p:spPr>
          <a:xfrm>
            <a:off x="1503363" y="2061969"/>
            <a:ext cx="4592637" cy="4805362"/>
          </a:xfrm>
        </p:spPr>
        <p:txBody>
          <a:bodyPr rtlCol="0">
            <a:normAutofit/>
          </a:bodyPr>
          <a:lstStyle>
            <a:lvl1pPr marL="0" indent="0" algn="ctr">
              <a:buNone/>
              <a:defRPr lang="ja-JP" sz="2000">
                <a:latin typeface="Meiryo UI" panose="020B0604030504040204" pitchFamily="50" charset="-128"/>
                <a:ea typeface="Meiryo UI" panose="020B0604030504040204" pitchFamily="50" charset="-128"/>
              </a:defRPr>
            </a:lvl1pPr>
          </a:lstStyle>
          <a:p>
            <a:pPr rtl="0"/>
            <a:r>
              <a:rPr lang="ja-JP"/>
              <a:t>アイコンをクリックして画像を追加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6787262" y="2052736"/>
            <a:ext cx="4490320" cy="4800598"/>
          </a:xfrm>
        </p:spPr>
        <p:txBody>
          <a:bodyPr lIns="0" rtlCol="0">
            <a:normAutofit/>
          </a:bodyPr>
          <a:lstStyle>
            <a:lvl1pPr marL="0" indent="0">
              <a:lnSpc>
                <a:spcPct val="100000"/>
              </a:lnSpc>
              <a:spcBef>
                <a:spcPts val="100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100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09D86D-3DDE-CA24-4CAA-DF6944B9BCBB}"/>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6107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タイトル、コンテンツ、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2" name="コンテンツ プレースホルダー 7">
            <a:extLst>
              <a:ext uri="{FF2B5EF4-FFF2-40B4-BE49-F238E27FC236}">
                <a16:creationId xmlns:a16="http://schemas.microsoft.com/office/drawing/2014/main" id="{617CE1C3-9892-2E23-986F-80ABB41823D6}"/>
              </a:ext>
            </a:extLst>
          </p:cNvPr>
          <p:cNvSpPr>
            <a:spLocks noGrp="1"/>
          </p:cNvSpPr>
          <p:nvPr>
            <p:ph sz="quarter" idx="11" hasCustomPrompt="1"/>
          </p:nvPr>
        </p:nvSpPr>
        <p:spPr>
          <a:xfrm>
            <a:off x="1468814" y="2057400"/>
            <a:ext cx="3091027" cy="3867538"/>
          </a:xfrm>
        </p:spPr>
        <p:txBody>
          <a:bodyPr lIns="0" rtlCol="0">
            <a:normAutofit/>
          </a:bodyPr>
          <a:lstStyle>
            <a:lvl1pPr marL="0" indent="0">
              <a:lnSpc>
                <a:spcPct val="100000"/>
              </a:lnSpc>
              <a:spcBef>
                <a:spcPts val="0"/>
              </a:spcBef>
              <a:spcAft>
                <a:spcPts val="12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spcBef>
                <a:spcPts val="0"/>
              </a:spcBef>
              <a:spcAft>
                <a:spcPts val="12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4" name="表プレースホルダー 13">
            <a:extLst>
              <a:ext uri="{FF2B5EF4-FFF2-40B4-BE49-F238E27FC236}">
                <a16:creationId xmlns:a16="http://schemas.microsoft.com/office/drawing/2014/main" id="{EA708189-1532-1BDD-104F-4D8556146CEE}"/>
              </a:ext>
            </a:extLst>
          </p:cNvPr>
          <p:cNvSpPr>
            <a:spLocks noGrp="1"/>
          </p:cNvSpPr>
          <p:nvPr>
            <p:ph type="tbl" sz="quarter" idx="12" hasCustomPrompt="1"/>
          </p:nvPr>
        </p:nvSpPr>
        <p:spPr>
          <a:xfrm>
            <a:off x="5097463" y="2051976"/>
            <a:ext cx="6180137" cy="3867538"/>
          </a:xfrm>
        </p:spPr>
        <p:txBody>
          <a:bodyPr rtlCol="0">
            <a:normAutofit/>
          </a:bodyPr>
          <a:lstStyle>
            <a:lvl1pPr>
              <a:defRPr lang="ja-JP" sz="2000">
                <a:latin typeface="Meiryo UI" panose="020B0604030504040204" pitchFamily="50" charset="-128"/>
                <a:ea typeface="Meiryo UI" panose="020B0604030504040204" pitchFamily="50" charset="-128"/>
              </a:defRPr>
            </a:lvl1pPr>
          </a:lstStyle>
          <a:p>
            <a:pPr rtl="0"/>
            <a:r>
              <a:rPr lang="ja-JP"/>
              <a:t>アイコンをクリックして表を追加</a:t>
            </a:r>
          </a:p>
        </p:txBody>
      </p:sp>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 name="スライド番号プレースホルダー 5">
            <a:extLst>
              <a:ext uri="{FF2B5EF4-FFF2-40B4-BE49-F238E27FC236}">
                <a16:creationId xmlns:a16="http://schemas.microsoft.com/office/drawing/2014/main" id="{6E0EC71B-95A1-C740-6B1F-F8DF02E2D164}"/>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34092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タイトルと 2 コンテンツ 2">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8" name="コンテンツ プレースホルダー 7">
            <a:extLst>
              <a:ext uri="{FF2B5EF4-FFF2-40B4-BE49-F238E27FC236}">
                <a16:creationId xmlns:a16="http://schemas.microsoft.com/office/drawing/2014/main" id="{8B0AB10A-3CAB-D4C0-3CB1-401461802BD3}"/>
              </a:ext>
            </a:extLst>
          </p:cNvPr>
          <p:cNvSpPr>
            <a:spLocks noGrp="1"/>
          </p:cNvSpPr>
          <p:nvPr>
            <p:ph sz="quarter" idx="10" hasCustomPrompt="1"/>
          </p:nvPr>
        </p:nvSpPr>
        <p:spPr>
          <a:xfrm>
            <a:off x="1468814" y="2066731"/>
            <a:ext cx="6452876" cy="3867538"/>
          </a:xfrm>
        </p:spPr>
        <p:txBody>
          <a:bodyPr lIns="0" rtlCol="0">
            <a:normAutofit/>
          </a:bodyPr>
          <a:lstStyle>
            <a:lvl1pPr>
              <a:lnSpc>
                <a:spcPct val="100000"/>
              </a:lnSpc>
              <a:spcAft>
                <a:spcPts val="600"/>
              </a:spcAft>
              <a:defRPr lang="ja-JP" sz="2000">
                <a:latin typeface="Meiryo UI" panose="020B0604030504040204" pitchFamily="50" charset="-128"/>
                <a:ea typeface="Meiryo UI" panose="020B0604030504040204" pitchFamily="50" charset="-128"/>
              </a:defRPr>
            </a:lvl1pPr>
            <a:lvl2pPr>
              <a:lnSpc>
                <a:spcPct val="100000"/>
              </a:lnSpc>
              <a:spcAft>
                <a:spcPts val="600"/>
              </a:spcAft>
              <a:defRPr lang="ja-JP" sz="2000">
                <a:latin typeface="Meiryo UI" panose="020B0604030504040204" pitchFamily="50" charset="-128"/>
                <a:ea typeface="Meiryo UI" panose="020B0604030504040204" pitchFamily="50" charset="-128"/>
              </a:defRPr>
            </a:lvl2pPr>
            <a:lvl3pPr>
              <a:lnSpc>
                <a:spcPct val="100000"/>
              </a:lnSpc>
              <a:spcBef>
                <a:spcPts val="1000"/>
              </a:spcBef>
              <a:spcAft>
                <a:spcPts val="600"/>
              </a:spcAft>
              <a:defRPr lang="ja-JP" sz="2000">
                <a:latin typeface="Meiryo UI" panose="020B0604030504040204" pitchFamily="50" charset="-128"/>
                <a:ea typeface="Meiryo UI" panose="020B0604030504040204" pitchFamily="50" charset="-128"/>
              </a:defRPr>
            </a:lvl3pPr>
            <a:lvl4pPr>
              <a:lnSpc>
                <a:spcPct val="100000"/>
              </a:lnSpc>
              <a:spcAft>
                <a:spcPts val="1200"/>
              </a:spcAft>
              <a:defRPr lang="ja-JP" sz="2000">
                <a:latin typeface="Meiryo UI" panose="020B0604030504040204" pitchFamily="50" charset="-128"/>
                <a:ea typeface="Meiryo UI" panose="020B0604030504040204" pitchFamily="50" charset="-128"/>
              </a:defRPr>
            </a:lvl4pPr>
            <a:lvl5pP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11" name="コンテンツ プレースホルダー 7">
            <a:extLst>
              <a:ext uri="{FF2B5EF4-FFF2-40B4-BE49-F238E27FC236}">
                <a16:creationId xmlns:a16="http://schemas.microsoft.com/office/drawing/2014/main" id="{7DBA8ADB-B20F-8404-46AB-AF67E25C7C75}"/>
              </a:ext>
            </a:extLst>
          </p:cNvPr>
          <p:cNvSpPr>
            <a:spLocks noGrp="1"/>
          </p:cNvSpPr>
          <p:nvPr>
            <p:ph sz="quarter" idx="11" hasCustomPrompt="1"/>
          </p:nvPr>
        </p:nvSpPr>
        <p:spPr>
          <a:xfrm>
            <a:off x="8169196" y="2066731"/>
            <a:ext cx="3108391" cy="3867538"/>
          </a:xfrm>
        </p:spPr>
        <p:txBody>
          <a:bodyPr lIns="0" rtlCol="0">
            <a:normAutofit/>
          </a:bodyPr>
          <a:lstStyle>
            <a:lvl1pPr marL="0" indent="0">
              <a:lnSpc>
                <a:spcPct val="100000"/>
              </a:lnSpc>
              <a:spcAft>
                <a:spcPts val="600"/>
              </a:spcAft>
              <a:buNone/>
              <a:defRPr lang="ja-JP" sz="2000">
                <a:latin typeface="Meiryo UI" panose="020B0604030504040204" pitchFamily="50" charset="-128"/>
                <a:ea typeface="Meiryo UI" panose="020B0604030504040204" pitchFamily="50" charset="-128"/>
              </a:defRPr>
            </a:lvl1pPr>
            <a:lvl2pPr marL="800100" indent="-342900">
              <a:lnSpc>
                <a:spcPct val="100000"/>
              </a:lnSpc>
              <a:spcAft>
                <a:spcPts val="600"/>
              </a:spcAft>
              <a:buFont typeface="Arial" panose="020B0604020202020204" pitchFamily="34" charset="0"/>
              <a:buChar char="•"/>
              <a:defRPr lang="ja-JP" sz="2000">
                <a:latin typeface="Meiryo UI" panose="020B0604030504040204" pitchFamily="50" charset="-128"/>
                <a:ea typeface="Meiryo UI" panose="020B0604030504040204" pitchFamily="50" charset="-128"/>
              </a:defRPr>
            </a:lvl2pPr>
            <a:lvl3pPr marL="12573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3pPr>
            <a:lvl4pPr marL="17145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4pPr>
            <a:lvl5pPr marL="2171700" indent="-342900">
              <a:buFont typeface="Arial" panose="020B0604020202020204" pitchFamily="34" charset="0"/>
              <a:buChar char="•"/>
              <a:defRPr lang="ja-JP" sz="2000">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
        <p:nvSpPr>
          <p:cNvPr id="2" name="スライド番号プレースホルダー 5">
            <a:extLst>
              <a:ext uri="{FF2B5EF4-FFF2-40B4-BE49-F238E27FC236}">
                <a16:creationId xmlns:a16="http://schemas.microsoft.com/office/drawing/2014/main" id="{8814D5F7-E70A-5F97-5C8F-95B9E1B6D492}"/>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smtClean="0"/>
              <a:pPr/>
              <a:t>‹#›</a:t>
            </a:fld>
            <a:endParaRPr lang="en-US" altLang="en-US" dirty="0"/>
          </a:p>
        </p:txBody>
      </p:sp>
    </p:spTree>
    <p:extLst>
      <p:ext uri="{BB962C8B-B14F-4D97-AF65-F5344CB8AC3E}">
        <p14:creationId xmlns:p14="http://schemas.microsoft.com/office/powerpoint/2010/main" val="852814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タイトルと表">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長方形 4">
            <a:extLst>
              <a:ext uri="{FF2B5EF4-FFF2-40B4-BE49-F238E27FC236}">
                <a16:creationId xmlns:a16="http://schemas.microsoft.com/office/drawing/2014/main" id="{94389812-0415-9025-AB21-4503F7DF3AB5}"/>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altLang="en-US" noProof="0" dirty="0">
              <a:latin typeface="Meiryo UI" panose="020B0604030504040204" pitchFamily="50" charset="-128"/>
              <a:ea typeface="Meiryo UI" panose="020B0604030504040204" pitchFamily="50" charset="-128"/>
            </a:endParaRPr>
          </a:p>
        </p:txBody>
      </p:sp>
      <p:cxnSp>
        <p:nvCxnSpPr>
          <p:cNvPr id="6" name="直線​​コネクタ(S) 5">
            <a:extLst>
              <a:ext uri="{FF2B5EF4-FFF2-40B4-BE49-F238E27FC236}">
                <a16:creationId xmlns:a16="http://schemas.microsoft.com/office/drawing/2014/main" id="{6459A5A0-86AD-344B-A0E4-6C55958151EE}"/>
              </a:ext>
              <a:ext uri="{C183D7F6-B498-43B3-948B-1728B52AA6E4}">
                <adec:decorative xmlns:adec="http://schemas.microsoft.com/office/drawing/2017/decorative" val="1"/>
              </a:ext>
            </a:extLst>
          </p:cNvPr>
          <p:cNvCxnSpPr>
            <a:cxnSpLocks/>
          </p:cNvCxnSpPr>
          <p:nvPr userDrawn="1"/>
        </p:nvCxnSpPr>
        <p:spPr>
          <a:xfrm>
            <a:off x="896628" y="0"/>
            <a:ext cx="0" cy="5943600"/>
          </a:xfrm>
          <a:prstGeom prst="line">
            <a:avLst/>
          </a:prstGeom>
          <a:ln w="190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 name="タイトル 6">
            <a:extLst>
              <a:ext uri="{FF2B5EF4-FFF2-40B4-BE49-F238E27FC236}">
                <a16:creationId xmlns:a16="http://schemas.microsoft.com/office/drawing/2014/main" id="{75B3424C-4925-A7F7-02CD-84526B2E22EF}"/>
              </a:ext>
            </a:extLst>
          </p:cNvPr>
          <p:cNvSpPr>
            <a:spLocks noGrp="1"/>
          </p:cNvSpPr>
          <p:nvPr>
            <p:ph type="title" hasCustomPrompt="1"/>
          </p:nvPr>
        </p:nvSpPr>
        <p:spPr>
          <a:xfrm>
            <a:off x="1468814" y="503852"/>
            <a:ext cx="9808773" cy="1427585"/>
          </a:xfrm>
        </p:spPr>
        <p:txBody>
          <a:bodyPr lIns="0" rtlCol="0">
            <a:normAutofit/>
          </a:bodyPr>
          <a:lstStyle>
            <a:lvl1pPr>
              <a:defRPr lang="ja-JP" sz="3600">
                <a:latin typeface="Meiryo UI" panose="020B0604030504040204" pitchFamily="50" charset="-128"/>
                <a:ea typeface="Meiryo UI" panose="020B0604030504040204" pitchFamily="50" charset="-128"/>
              </a:defRPr>
            </a:lvl1pPr>
          </a:lstStyle>
          <a:p>
            <a:pPr rtl="0"/>
            <a:r>
              <a:rPr lang="ja-JP" altLang="en-US" noProof="0" dirty="0"/>
              <a:t>クリックしてタイトルを追加</a:t>
            </a:r>
          </a:p>
        </p:txBody>
      </p:sp>
      <p:sp>
        <p:nvSpPr>
          <p:cNvPr id="9" name="表プレースホルダー 8">
            <a:extLst>
              <a:ext uri="{FF2B5EF4-FFF2-40B4-BE49-F238E27FC236}">
                <a16:creationId xmlns:a16="http://schemas.microsoft.com/office/drawing/2014/main" id="{CB43608F-0A38-CF4A-4B3B-F1212E786FDE}"/>
              </a:ext>
            </a:extLst>
          </p:cNvPr>
          <p:cNvSpPr>
            <a:spLocks noGrp="1"/>
          </p:cNvSpPr>
          <p:nvPr>
            <p:ph type="tbl" sz="quarter" idx="10" hasCustomPrompt="1"/>
          </p:nvPr>
        </p:nvSpPr>
        <p:spPr>
          <a:xfrm>
            <a:off x="1487488" y="2057400"/>
            <a:ext cx="9790112" cy="3886200"/>
          </a:xfrm>
        </p:spPr>
        <p:txBody>
          <a:bodyPr rtlCol="0">
            <a:normAutofit/>
          </a:bodyPr>
          <a:lstStyle>
            <a:lvl1pPr>
              <a:defRPr lang="ja-JP" sz="2400">
                <a:latin typeface="Meiryo UI" panose="020B0604030504040204" pitchFamily="50" charset="-128"/>
                <a:ea typeface="Meiryo UI" panose="020B0604030504040204" pitchFamily="50" charset="-128"/>
              </a:defRPr>
            </a:lvl1pPr>
          </a:lstStyle>
          <a:p>
            <a:pPr rtl="0"/>
            <a:r>
              <a:rPr lang="ja-JP" altLang="en-US" noProof="0" dirty="0"/>
              <a:t>アイコンをクリックして表を追加</a:t>
            </a:r>
          </a:p>
        </p:txBody>
      </p:sp>
      <p:sp>
        <p:nvSpPr>
          <p:cNvPr id="2" name="スライド番号プレースホルダー 5">
            <a:extLst>
              <a:ext uri="{FF2B5EF4-FFF2-40B4-BE49-F238E27FC236}">
                <a16:creationId xmlns:a16="http://schemas.microsoft.com/office/drawing/2014/main" id="{05DA3688-07D1-82D9-6818-C95E9A69C2F1}"/>
              </a:ext>
            </a:extLst>
          </p:cNvPr>
          <p:cNvSpPr>
            <a:spLocks noGrp="1"/>
          </p:cNvSpPr>
          <p:nvPr>
            <p:ph type="sldNum" sz="quarter" idx="15"/>
          </p:nvPr>
        </p:nvSpPr>
        <p:spPr>
          <a:xfrm>
            <a:off x="412136" y="5943601"/>
            <a:ext cx="968983" cy="651912"/>
          </a:xfrm>
        </p:spPr>
        <p:txBody>
          <a:bodyPr rtlCol="0"/>
          <a:lstStyle>
            <a:defPPr>
              <a:defRPr lang="ja-JP"/>
            </a:defPPr>
            <a:lvl1pPr>
              <a:defRPr>
                <a:latin typeface="Meiryo UI" panose="020B0604030504040204" pitchFamily="50" charset="-128"/>
                <a:ea typeface="Meiryo UI" panose="020B0604030504040204" pitchFamily="50" charset="-128"/>
              </a:defRPr>
            </a:lvl1pPr>
          </a:lstStyle>
          <a:p>
            <a:fld id="{18D65601-5AE2-46FC-B138-694DDD2B510D}" type="slidenum">
              <a:rPr lang="en-US" altLang="ja-JP" noProof="0" smtClean="0"/>
              <a:pPr/>
              <a:t>‹#›</a:t>
            </a:fld>
            <a:endParaRPr lang="ja-JP" altLang="en-US" noProof="0" dirty="0"/>
          </a:p>
        </p:txBody>
      </p:sp>
    </p:spTree>
    <p:extLst>
      <p:ext uri="{BB962C8B-B14F-4D97-AF65-F5344CB8AC3E}">
        <p14:creationId xmlns:p14="http://schemas.microsoft.com/office/powerpoint/2010/main" val="26913572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ありがとうございます 1">
    <p:bg>
      <p:bgPr>
        <a:solidFill>
          <a:schemeClr val="accent2">
            <a:lumMod val="50000"/>
          </a:schemeClr>
        </a:solidFill>
        <a:effectLst/>
      </p:bgPr>
    </p:bg>
    <p:spTree>
      <p:nvGrpSpPr>
        <p:cNvPr id="1" name=""/>
        <p:cNvGrpSpPr/>
        <p:nvPr/>
      </p:nvGrpSpPr>
      <p:grpSpPr>
        <a:xfrm>
          <a:off x="0" y="0"/>
          <a:ext cx="0" cy="0"/>
          <a:chOff x="0" y="0"/>
          <a:chExt cx="0" cy="0"/>
        </a:xfrm>
      </p:grpSpPr>
      <p:sp>
        <p:nvSpPr>
          <p:cNvPr id="2" name="長方形 1">
            <a:extLst>
              <a:ext uri="{FF2B5EF4-FFF2-40B4-BE49-F238E27FC236}">
                <a16:creationId xmlns:a16="http://schemas.microsoft.com/office/drawing/2014/main" id="{E1B5E70F-EF03-B535-2505-BC971E3BC36D}"/>
              </a:ext>
              <a:ext uri="{C183D7F6-B498-43B3-948B-1728B52AA6E4}">
                <adec:decorative xmlns:adec="http://schemas.microsoft.com/office/drawing/2017/decorative" val="1"/>
              </a:ext>
            </a:extLst>
          </p:cNvPr>
          <p:cNvSpPr/>
          <p:nvPr userDrawn="1"/>
        </p:nvSpPr>
        <p:spPr>
          <a:xfrm>
            <a:off x="0" y="594360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cxnSp>
        <p:nvCxnSpPr>
          <p:cNvPr id="3" name="直線​​コネクタ(S) 2">
            <a:extLst>
              <a:ext uri="{FF2B5EF4-FFF2-40B4-BE49-F238E27FC236}">
                <a16:creationId xmlns:a16="http://schemas.microsoft.com/office/drawing/2014/main" id="{8794424E-93DD-A404-D05E-EF6030A76D3B}"/>
              </a:ext>
              <a:ext uri="{C183D7F6-B498-43B3-948B-1728B52AA6E4}">
                <adec:decorative xmlns:adec="http://schemas.microsoft.com/office/drawing/2017/decorative" val="1"/>
              </a:ext>
            </a:extLst>
          </p:cNvPr>
          <p:cNvCxnSpPr>
            <a:cxnSpLocks/>
          </p:cNvCxnSpPr>
          <p:nvPr userDrawn="1"/>
        </p:nvCxnSpPr>
        <p:spPr>
          <a:xfrm>
            <a:off x="896628" y="0"/>
            <a:ext cx="0" cy="6858000"/>
          </a:xfrm>
          <a:prstGeom prst="line">
            <a:avLst/>
          </a:prstGeom>
          <a:ln w="1905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7" name="長方形 6">
            <a:extLst>
              <a:ext uri="{FF2B5EF4-FFF2-40B4-BE49-F238E27FC236}">
                <a16:creationId xmlns:a16="http://schemas.microsoft.com/office/drawing/2014/main" id="{B03A3B6B-5129-A46A-A20C-5D7BC706C9B1}"/>
              </a:ext>
              <a:ext uri="{C183D7F6-B498-43B3-948B-1728B52AA6E4}">
                <adec:decorative xmlns:adec="http://schemas.microsoft.com/office/drawing/2017/decorative" val="1"/>
              </a:ext>
            </a:extLst>
          </p:cNvPr>
          <p:cNvSpPr/>
          <p:nvPr userDrawn="1"/>
        </p:nvSpPr>
        <p:spPr>
          <a:xfrm>
            <a:off x="11277600" y="0"/>
            <a:ext cx="914400" cy="9144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defPPr>
          </a:lstStyle>
          <a:p>
            <a:pPr algn="ctr" rtl="0"/>
            <a:endParaRPr lang="ja-JP" dirty="0">
              <a:latin typeface="Meiryo UI" panose="020B0604030504040204" pitchFamily="50" charset="-128"/>
              <a:ea typeface="Meiryo UI" panose="020B0604030504040204" pitchFamily="50" charset="-128"/>
            </a:endParaRPr>
          </a:p>
        </p:txBody>
      </p:sp>
      <p:sp>
        <p:nvSpPr>
          <p:cNvPr id="8" name="タイトル 7">
            <a:extLst>
              <a:ext uri="{FF2B5EF4-FFF2-40B4-BE49-F238E27FC236}">
                <a16:creationId xmlns:a16="http://schemas.microsoft.com/office/drawing/2014/main" id="{24E401A1-8CEE-5E1B-343B-D737433AE63F}"/>
              </a:ext>
            </a:extLst>
          </p:cNvPr>
          <p:cNvSpPr>
            <a:spLocks noGrp="1"/>
          </p:cNvSpPr>
          <p:nvPr>
            <p:ph type="title" hasCustomPrompt="1"/>
          </p:nvPr>
        </p:nvSpPr>
        <p:spPr>
          <a:xfrm>
            <a:off x="1317614" y="690511"/>
            <a:ext cx="4964671" cy="5253089"/>
          </a:xfrm>
        </p:spPr>
        <p:txBody>
          <a:bodyPr rtlCol="0" anchor="b">
            <a:normAutofit/>
          </a:bodyPr>
          <a:lstStyle>
            <a:lvl1pPr>
              <a:defRPr lang="ja-JP" sz="6000">
                <a:solidFill>
                  <a:schemeClr val="bg1"/>
                </a:solidFill>
                <a:latin typeface="Meiryo UI" panose="020B0604030504040204" pitchFamily="50" charset="-128"/>
                <a:ea typeface="Meiryo UI" panose="020B0604030504040204" pitchFamily="50" charset="-128"/>
              </a:defRPr>
            </a:lvl1pPr>
          </a:lstStyle>
          <a:p>
            <a:pPr rtl="0"/>
            <a:r>
              <a:rPr lang="ja-JP"/>
              <a:t>クリックしてタイトルを追加</a:t>
            </a:r>
          </a:p>
        </p:txBody>
      </p:sp>
      <p:sp>
        <p:nvSpPr>
          <p:cNvPr id="10" name="コンテンツ プレースホルダー 9">
            <a:extLst>
              <a:ext uri="{FF2B5EF4-FFF2-40B4-BE49-F238E27FC236}">
                <a16:creationId xmlns:a16="http://schemas.microsoft.com/office/drawing/2014/main" id="{AD608249-3D60-D3B2-68C5-778D0EA18F2D}"/>
              </a:ext>
            </a:extLst>
          </p:cNvPr>
          <p:cNvSpPr>
            <a:spLocks noGrp="1"/>
          </p:cNvSpPr>
          <p:nvPr>
            <p:ph sz="quarter" idx="10" hasCustomPrompt="1"/>
          </p:nvPr>
        </p:nvSpPr>
        <p:spPr>
          <a:xfrm>
            <a:off x="6282286" y="690465"/>
            <a:ext cx="4784372" cy="5253089"/>
          </a:xfrm>
        </p:spPr>
        <p:txBody>
          <a:bodyPr rtlCol="0" anchor="ctr">
            <a:normAutofit/>
          </a:bodyPr>
          <a:lstStyle>
            <a:lvl1pPr marL="0" indent="0">
              <a:lnSpc>
                <a:spcPct val="100000"/>
              </a:lnSpc>
              <a:spcBef>
                <a:spcPts val="0"/>
              </a:spcBef>
              <a:spcAft>
                <a:spcPts val="1200"/>
              </a:spcAft>
              <a:buNone/>
              <a:defRPr lang="ja-JP" sz="2000">
                <a:solidFill>
                  <a:schemeClr val="bg1"/>
                </a:solidFill>
                <a:latin typeface="Meiryo UI" panose="020B0604030504040204" pitchFamily="50" charset="-128"/>
                <a:ea typeface="Meiryo UI" panose="020B0604030504040204" pitchFamily="50" charset="-128"/>
              </a:defRPr>
            </a:lvl1pPr>
            <a:lvl2pPr marL="742950" indent="-285750">
              <a:lnSpc>
                <a:spcPct val="100000"/>
              </a:lnSpc>
              <a:spcBef>
                <a:spcPts val="0"/>
              </a:spcBef>
              <a:spcAft>
                <a:spcPts val="1200"/>
              </a:spcAft>
              <a:buFont typeface="Arial" panose="020B0604020202020204" pitchFamily="34" charset="0"/>
              <a:buChar char="•"/>
              <a:defRPr lang="ja-JP" sz="1800">
                <a:solidFill>
                  <a:schemeClr val="bg1"/>
                </a:solidFill>
                <a:latin typeface="Meiryo UI" panose="020B0604030504040204" pitchFamily="50" charset="-128"/>
                <a:ea typeface="Meiryo UI" panose="020B0604030504040204" pitchFamily="50" charset="-128"/>
              </a:defRPr>
            </a:lvl2pPr>
            <a:lvl3pPr marL="1200150" indent="-285750">
              <a:lnSpc>
                <a:spcPct val="100000"/>
              </a:lnSpc>
              <a:spcBef>
                <a:spcPts val="0"/>
              </a:spcBef>
              <a:spcAft>
                <a:spcPts val="1200"/>
              </a:spcAft>
              <a:buFont typeface="Arial" panose="020B0604020202020204" pitchFamily="34" charset="0"/>
              <a:buChar char="•"/>
              <a:defRPr lang="ja-JP" sz="1600">
                <a:solidFill>
                  <a:schemeClr val="bg1"/>
                </a:solidFill>
                <a:latin typeface="Meiryo UI" panose="020B0604030504040204" pitchFamily="50" charset="-128"/>
                <a:ea typeface="Meiryo UI" panose="020B0604030504040204" pitchFamily="50" charset="-128"/>
              </a:defRPr>
            </a:lvl3pPr>
            <a:lvl4pPr marL="16573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4pPr>
            <a:lvl5pPr marL="2114550" indent="-285750">
              <a:lnSpc>
                <a:spcPct val="100000"/>
              </a:lnSpc>
              <a:spcBef>
                <a:spcPts val="0"/>
              </a:spcBef>
              <a:spcAft>
                <a:spcPts val="1200"/>
              </a:spcAft>
              <a:buFont typeface="Arial" panose="020B0604020202020204" pitchFamily="34" charset="0"/>
              <a:buChar char="•"/>
              <a:defRPr lang="ja-JP" sz="1400">
                <a:solidFill>
                  <a:schemeClr val="bg1"/>
                </a:solidFill>
                <a:latin typeface="Meiryo UI" panose="020B0604030504040204" pitchFamily="50" charset="-128"/>
                <a:ea typeface="Meiryo UI" panose="020B0604030504040204" pitchFamily="50" charset="-128"/>
              </a:defRPr>
            </a:lvl5pPr>
          </a:lstStyle>
          <a:p>
            <a:pPr lvl="0" rtl="0"/>
            <a:r>
              <a:rPr lang="ja-JP"/>
              <a:t>クリックしてコンテンツを追加</a:t>
            </a:r>
          </a:p>
          <a:p>
            <a:pPr lvl="1" rtl="0"/>
            <a:r>
              <a:rPr lang="ja-JP"/>
              <a:t>第 2 レベル</a:t>
            </a:r>
          </a:p>
          <a:p>
            <a:pPr lvl="2" rtl="0"/>
            <a:r>
              <a:rPr lang="ja-JP"/>
              <a:t>第 3 レベル</a:t>
            </a:r>
          </a:p>
          <a:p>
            <a:pPr lvl="3" rtl="0"/>
            <a:r>
              <a:rPr lang="ja-JP"/>
              <a:t>第 4 レベル</a:t>
            </a:r>
          </a:p>
          <a:p>
            <a:pPr lvl="4" rtl="0"/>
            <a:r>
              <a:rPr lang="ja-JP"/>
              <a:t>第 5 レベル</a:t>
            </a:r>
          </a:p>
        </p:txBody>
      </p:sp>
    </p:spTree>
    <p:extLst>
      <p:ext uri="{BB962C8B-B14F-4D97-AF65-F5344CB8AC3E}">
        <p14:creationId xmlns:p14="http://schemas.microsoft.com/office/powerpoint/2010/main" val="643748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0B82F216-62F1-7E0B-63FD-51C27CDAA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ja-JP"/>
            </a:defPPr>
          </a:lstStyle>
          <a:p>
            <a:pPr rtl="0"/>
            <a:r>
              <a:rPr lang="ja-JP" dirty="0"/>
              <a:t>マスター タイトルの書式設定</a:t>
            </a:r>
          </a:p>
        </p:txBody>
      </p:sp>
      <p:sp>
        <p:nvSpPr>
          <p:cNvPr id="3" name="テキスト プレースホルダー 2">
            <a:extLst>
              <a:ext uri="{FF2B5EF4-FFF2-40B4-BE49-F238E27FC236}">
                <a16:creationId xmlns:a16="http://schemas.microsoft.com/office/drawing/2014/main" id="{7E61F31D-B959-2AD8-9208-FF08B574DB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ja-JP"/>
            </a:defPPr>
          </a:lstStyle>
          <a:p>
            <a:pPr lvl="0" rtl="0"/>
            <a:r>
              <a:rPr lang="ja-JP" dirty="0"/>
              <a:t>クリックしてマスター テキストのスタイルを編集</a:t>
            </a:r>
          </a:p>
          <a:p>
            <a:pPr lvl="1" rtl="0"/>
            <a:r>
              <a:rPr lang="ja-JP" dirty="0"/>
              <a:t>第 2 レベル</a:t>
            </a:r>
          </a:p>
          <a:p>
            <a:pPr lvl="2" rtl="0"/>
            <a:r>
              <a:rPr lang="ja-JP" dirty="0"/>
              <a:t>第 3 レベル</a:t>
            </a:r>
          </a:p>
          <a:p>
            <a:pPr lvl="3" rtl="0"/>
            <a:r>
              <a:rPr lang="ja-JP" dirty="0"/>
              <a:t>第 4 レベル</a:t>
            </a:r>
          </a:p>
          <a:p>
            <a:pPr lvl="4" rtl="0"/>
            <a:r>
              <a:rPr lang="ja-JP" dirty="0"/>
              <a:t>第 5 レベル</a:t>
            </a:r>
          </a:p>
        </p:txBody>
      </p:sp>
      <p:sp>
        <p:nvSpPr>
          <p:cNvPr id="4" name="日付プレースホルダー 3">
            <a:extLst>
              <a:ext uri="{FF2B5EF4-FFF2-40B4-BE49-F238E27FC236}">
                <a16:creationId xmlns:a16="http://schemas.microsoft.com/office/drawing/2014/main" id="{EF32C8C7-5C6C-400B-AEC0-4D8178161B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5" name="フッター プレースホルダー 4">
            <a:extLst>
              <a:ext uri="{FF2B5EF4-FFF2-40B4-BE49-F238E27FC236}">
                <a16:creationId xmlns:a16="http://schemas.microsoft.com/office/drawing/2014/main" id="{4B7105D6-7B52-4B7D-9473-BCD571A93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ja-JP" sz="900" b="0" cap="all" spc="150" baseline="0">
                <a:solidFill>
                  <a:schemeClr val="bg2">
                    <a:lumMod val="50000"/>
                  </a:schemeClr>
                </a:solidFill>
                <a:latin typeface="Meiryo UI" panose="020B0604030504040204" pitchFamily="50" charset="-128"/>
                <a:ea typeface="Meiryo UI" panose="020B0604030504040204" pitchFamily="50" charset="-128"/>
                <a:cs typeface="Meiryo UI" panose="020B0604030504040204" pitchFamily="50" charset="-128"/>
              </a:defRPr>
            </a:lvl1pPr>
          </a:lstStyle>
          <a:p>
            <a:endParaRPr lang="ja-JP" altLang="en-US" dirty="0">
              <a:latin typeface="Meiryo UI" panose="020B0604030504040204" pitchFamily="50" charset="-128"/>
              <a:ea typeface="Meiryo UI" panose="020B0604030504040204" pitchFamily="50" charset="-128"/>
            </a:endParaRPr>
          </a:p>
        </p:txBody>
      </p:sp>
      <p:sp>
        <p:nvSpPr>
          <p:cNvPr id="6" name="スライド番号プレースホルダー 5">
            <a:extLst>
              <a:ext uri="{FF2B5EF4-FFF2-40B4-BE49-F238E27FC236}">
                <a16:creationId xmlns:a16="http://schemas.microsoft.com/office/drawing/2014/main" id="{B13EAA0A-7090-4FA3-AD1C-CD4570404021}"/>
              </a:ext>
            </a:extLst>
          </p:cNvPr>
          <p:cNvSpPr>
            <a:spLocks noGrp="1"/>
          </p:cNvSpPr>
          <p:nvPr>
            <p:ph type="sldNum" sz="quarter" idx="4"/>
          </p:nvPr>
        </p:nvSpPr>
        <p:spPr>
          <a:xfrm>
            <a:off x="412136" y="5943601"/>
            <a:ext cx="968983" cy="651912"/>
          </a:xfrm>
          <a:prstGeom prst="rect">
            <a:avLst/>
          </a:prstGeom>
        </p:spPr>
        <p:txBody>
          <a:bodyPr vert="horz" lIns="91440" tIns="45720" rIns="91440" bIns="45720" rtlCol="0" anchor="ctr"/>
          <a:lstStyle>
            <a:lvl1pPr algn="ctr">
              <a:defRPr lang="ja-JP" sz="1200" b="1" spc="150" baseline="0">
                <a:solidFill>
                  <a:schemeClr val="tx1"/>
                </a:solidFill>
                <a:latin typeface="Meiryo UI" panose="020B0604030504040204" pitchFamily="50" charset="-128"/>
                <a:ea typeface="Meiryo UI" panose="020B0604030504040204" pitchFamily="50" charset="-128"/>
                <a:cs typeface="+mn-cs"/>
              </a:defRPr>
            </a:lvl1pPr>
          </a:lstStyle>
          <a:p>
            <a:fld id="{18D65601-5AE2-46FC-B138-694DDD2B510D}" type="slidenum">
              <a:rPr lang="en-US" altLang="ja-JP" smtClean="0"/>
              <a:pPr/>
              <a:t>‹#›</a:t>
            </a:fld>
            <a:endParaRPr lang="en-US"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737433849"/>
      </p:ext>
    </p:extLst>
  </p:cSld>
  <p:clrMap bg1="lt1" tx1="dk1" bg2="lt2" tx2="dk2" accent1="accent1" accent2="accent2" accent3="accent3" accent4="accent4" accent5="accent5" accent6="accent6" hlink="hlink" folHlink="folHlink"/>
  <p:sldLayoutIdLst>
    <p:sldLayoutId id="2147483694"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2" r:id="rId12"/>
    <p:sldLayoutId id="2147483681" r:id="rId13"/>
  </p:sldLayoutIdLst>
  <p:hf hdr="0" ftr="0" dt="0"/>
  <p:txStyles>
    <p:titleStyle>
      <a:lvl1pPr algn="l" defTabSz="914400" rtl="0" eaLnBrk="1" latinLnBrk="0" hangingPunct="1">
        <a:lnSpc>
          <a:spcPct val="90000"/>
        </a:lnSpc>
        <a:spcBef>
          <a:spcPct val="0"/>
        </a:spcBef>
        <a:buNone/>
        <a:defRPr kumimoji="1" lang="ja-JP" sz="4400" kern="1200">
          <a:solidFill>
            <a:schemeClr val="tx1"/>
          </a:solidFill>
          <a:latin typeface="Meiryo UI" panose="020B0604030504040204" pitchFamily="50" charset="-128"/>
          <a:ea typeface="Meiryo UI" panose="020B0604030504040204" pitchFamily="50"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lang="ja-JP" sz="2800" kern="1200">
          <a:solidFill>
            <a:schemeClr val="tx1"/>
          </a:solidFill>
          <a:latin typeface="Meiryo UI" panose="020B0604030504040204" pitchFamily="50" charset="-128"/>
          <a:ea typeface="Meiryo UI" panose="020B0604030504040204" pitchFamily="50"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lang="ja-JP" sz="2400" kern="1200">
          <a:solidFill>
            <a:schemeClr val="tx1"/>
          </a:solidFill>
          <a:latin typeface="Meiryo UI" panose="020B0604030504040204" pitchFamily="50" charset="-128"/>
          <a:ea typeface="Meiryo UI" panose="020B0604030504040204" pitchFamily="50"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lang="ja-JP" sz="2000" kern="1200">
          <a:solidFill>
            <a:schemeClr val="tx1"/>
          </a:solidFill>
          <a:latin typeface="Meiryo UI" panose="020B0604030504040204" pitchFamily="50" charset="-128"/>
          <a:ea typeface="Meiryo UI" panose="020B0604030504040204" pitchFamily="50"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lang="ja-JP" sz="1800" kern="1200">
          <a:solidFill>
            <a:schemeClr val="tx1"/>
          </a:solidFill>
          <a:latin typeface="+mn-cs"/>
          <a:ea typeface="+mn-ea"/>
          <a:cs typeface="+mn-cs"/>
        </a:defRPr>
      </a:lvl9pPr>
    </p:bodyStyle>
    <p:otherStyle>
      <a:defPPr>
        <a:defRPr lang="ja-JP"/>
      </a:defPPr>
      <a:lvl1pPr marL="0" algn="l" defTabSz="914400" rtl="0" eaLnBrk="1" latinLnBrk="0" hangingPunct="1">
        <a:defRPr kumimoji="1" lang="ja-JP" sz="1800" kern="1200">
          <a:solidFill>
            <a:schemeClr val="tx1"/>
          </a:solidFill>
          <a:latin typeface="+mn-cs"/>
          <a:ea typeface="+mn-ea"/>
          <a:cs typeface="+mn-cs"/>
        </a:defRPr>
      </a:lvl1pPr>
      <a:lvl2pPr marL="457200" algn="l" defTabSz="914400" rtl="0" eaLnBrk="1" latinLnBrk="0" hangingPunct="1">
        <a:defRPr kumimoji="1" lang="ja-JP" sz="1800" kern="1200">
          <a:solidFill>
            <a:schemeClr val="tx1"/>
          </a:solidFill>
          <a:latin typeface="+mn-cs"/>
          <a:ea typeface="+mn-ea"/>
          <a:cs typeface="+mn-cs"/>
        </a:defRPr>
      </a:lvl2pPr>
      <a:lvl3pPr marL="914400" algn="l" defTabSz="914400" rtl="0" eaLnBrk="1" latinLnBrk="0" hangingPunct="1">
        <a:defRPr kumimoji="1" lang="ja-JP" sz="1800" kern="1200">
          <a:solidFill>
            <a:schemeClr val="tx1"/>
          </a:solidFill>
          <a:latin typeface="+mn-cs"/>
          <a:ea typeface="+mn-ea"/>
          <a:cs typeface="+mn-cs"/>
        </a:defRPr>
      </a:lvl3pPr>
      <a:lvl4pPr marL="1371600" algn="l" defTabSz="914400" rtl="0" eaLnBrk="1" latinLnBrk="0" hangingPunct="1">
        <a:defRPr kumimoji="1" lang="ja-JP" sz="1800" kern="1200">
          <a:solidFill>
            <a:schemeClr val="tx1"/>
          </a:solidFill>
          <a:latin typeface="+mn-cs"/>
          <a:ea typeface="+mn-ea"/>
          <a:cs typeface="+mn-cs"/>
        </a:defRPr>
      </a:lvl4pPr>
      <a:lvl5pPr marL="1828800" algn="l" defTabSz="914400" rtl="0" eaLnBrk="1" latinLnBrk="0" hangingPunct="1">
        <a:defRPr kumimoji="1" lang="ja-JP" sz="1800" kern="1200">
          <a:solidFill>
            <a:schemeClr val="tx1"/>
          </a:solidFill>
          <a:latin typeface="+mn-cs"/>
          <a:ea typeface="+mn-ea"/>
          <a:cs typeface="+mn-cs"/>
        </a:defRPr>
      </a:lvl5pPr>
      <a:lvl6pPr marL="2286000" algn="l" defTabSz="914400" rtl="0" eaLnBrk="1" latinLnBrk="0" hangingPunct="1">
        <a:defRPr kumimoji="1" lang="ja-JP" sz="1800" kern="1200">
          <a:solidFill>
            <a:schemeClr val="tx1"/>
          </a:solidFill>
          <a:latin typeface="+mn-cs"/>
          <a:ea typeface="+mn-ea"/>
          <a:cs typeface="+mn-cs"/>
        </a:defRPr>
      </a:lvl6pPr>
      <a:lvl7pPr marL="2743200" algn="l" defTabSz="914400" rtl="0" eaLnBrk="1" latinLnBrk="0" hangingPunct="1">
        <a:defRPr kumimoji="1" lang="ja-JP" sz="1800" kern="1200">
          <a:solidFill>
            <a:schemeClr val="tx1"/>
          </a:solidFill>
          <a:latin typeface="+mn-cs"/>
          <a:ea typeface="+mn-ea"/>
          <a:cs typeface="+mn-cs"/>
        </a:defRPr>
      </a:lvl7pPr>
      <a:lvl8pPr marL="3200400" algn="l" defTabSz="914400" rtl="0" eaLnBrk="1" latinLnBrk="0" hangingPunct="1">
        <a:defRPr kumimoji="1" lang="ja-JP" sz="1800" kern="1200">
          <a:solidFill>
            <a:schemeClr val="tx1"/>
          </a:solidFill>
          <a:latin typeface="+mn-cs"/>
          <a:ea typeface="+mn-ea"/>
          <a:cs typeface="+mn-cs"/>
        </a:defRPr>
      </a:lvl8pPr>
      <a:lvl9pPr marL="3657600" algn="l" defTabSz="914400" rtl="0" eaLnBrk="1" latinLnBrk="0" hangingPunct="1">
        <a:defRPr kumimoji="1" lang="ja-JP" sz="1800" kern="1200">
          <a:solidFill>
            <a:schemeClr val="tx1"/>
          </a:solidFill>
          <a:latin typeface="+mn-cs"/>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454C9E-20FB-B999-9303-C71D1334BAD7}"/>
              </a:ext>
            </a:extLst>
          </p:cNvPr>
          <p:cNvSpPr>
            <a:spLocks noGrp="1"/>
          </p:cNvSpPr>
          <p:nvPr>
            <p:ph type="title"/>
          </p:nvPr>
        </p:nvSpPr>
        <p:spPr>
          <a:xfrm>
            <a:off x="1285717" y="1179609"/>
            <a:ext cx="10449083" cy="1339702"/>
          </a:xfrm>
        </p:spPr>
        <p:txBody>
          <a:bodyPr rtlCol="0">
            <a:normAutofit/>
          </a:bodyPr>
          <a:lstStyle>
            <a:defPPr>
              <a:defRPr lang="ja-JP"/>
            </a:defPPr>
          </a:lstStyle>
          <a:p>
            <a:r>
              <a:rPr lang="ja-JP" altLang="en-US" dirty="0"/>
              <a:t>マルチスレッドの利点と欠点</a:t>
            </a:r>
            <a:endParaRPr lang="ja-JP" dirty="0"/>
          </a:p>
        </p:txBody>
      </p:sp>
      <p:sp>
        <p:nvSpPr>
          <p:cNvPr id="3" name="タイトル 1">
            <a:extLst>
              <a:ext uri="{FF2B5EF4-FFF2-40B4-BE49-F238E27FC236}">
                <a16:creationId xmlns:a16="http://schemas.microsoft.com/office/drawing/2014/main" id="{A6933A07-0890-16F1-638A-FE224068FDC5}"/>
              </a:ext>
            </a:extLst>
          </p:cNvPr>
          <p:cNvSpPr txBox="1">
            <a:spLocks/>
          </p:cNvSpPr>
          <p:nvPr/>
        </p:nvSpPr>
        <p:spPr>
          <a:xfrm>
            <a:off x="1285717" y="4646428"/>
            <a:ext cx="10186813" cy="1339701"/>
          </a:xfrm>
          <a:prstGeom prst="rect">
            <a:avLst/>
          </a:prstGeom>
        </p:spPr>
        <p:txBody>
          <a:bodyPr vert="horz" lIns="91440" tIns="45720" rIns="91440" bIns="45720" rtlCol="0" anchor="b">
            <a:normAutofit fontScale="97500"/>
          </a:bodyPr>
          <a:lstStyle>
            <a:defPPr>
              <a:defRPr lang="ja-JP"/>
            </a:defPPr>
            <a:lvl1pPr algn="l" defTabSz="914400" rtl="0" eaLnBrk="1" latinLnBrk="0" hangingPunct="1">
              <a:lnSpc>
                <a:spcPct val="90000"/>
              </a:lnSpc>
              <a:spcBef>
                <a:spcPct val="0"/>
              </a:spcBef>
              <a:buNone/>
              <a:defRPr kumimoji="1" lang="ja-JP" sz="6000" kern="1200">
                <a:solidFill>
                  <a:schemeClr val="bg1"/>
                </a:solidFill>
                <a:latin typeface="Meiryo UI" panose="020B0604030504040204" pitchFamily="50" charset="-128"/>
                <a:ea typeface="Meiryo UI" panose="020B0604030504040204" pitchFamily="50" charset="-128"/>
                <a:cs typeface="+mj-cs"/>
              </a:defRPr>
            </a:lvl1pPr>
          </a:lstStyle>
          <a:p>
            <a:pPr algn="r"/>
            <a:r>
              <a:rPr lang="en-US" altLang="ja-JP" sz="3200" dirty="0"/>
              <a:t>AI</a:t>
            </a:r>
            <a:r>
              <a:rPr lang="ja-JP" altLang="en-US" sz="3200" dirty="0"/>
              <a:t>・システムデザイン研究室</a:t>
            </a:r>
          </a:p>
          <a:p>
            <a:pPr algn="r"/>
            <a:r>
              <a:rPr lang="ja-JP" altLang="en-US" sz="3200" dirty="0"/>
              <a:t>秋山・斎藤ゼミ　大学院</a:t>
            </a:r>
            <a:r>
              <a:rPr lang="en-US" altLang="ja-JP" sz="3200" dirty="0"/>
              <a:t>1</a:t>
            </a:r>
            <a:r>
              <a:rPr lang="ja-JP" altLang="en-US" sz="3200" dirty="0"/>
              <a:t>年 　西村和真</a:t>
            </a:r>
          </a:p>
          <a:p>
            <a:pPr algn="r"/>
            <a:endParaRPr lang="ja-JP" altLang="en-US" sz="3200" dirty="0"/>
          </a:p>
        </p:txBody>
      </p:sp>
    </p:spTree>
    <p:extLst>
      <p:ext uri="{BB962C8B-B14F-4D97-AF65-F5344CB8AC3E}">
        <p14:creationId xmlns:p14="http://schemas.microsoft.com/office/powerpoint/2010/main" val="33788224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63473-7A3B-FD72-B3D9-1D89822015B9}"/>
            </a:ext>
          </a:extLst>
        </p:cNvPr>
        <p:cNvGrpSpPr/>
        <p:nvPr/>
      </p:nvGrpSpPr>
      <p:grpSpPr>
        <a:xfrm>
          <a:off x="0" y="0"/>
          <a:ext cx="0" cy="0"/>
          <a:chOff x="0" y="0"/>
          <a:chExt cx="0" cy="0"/>
        </a:xfrm>
      </p:grpSpPr>
      <p:sp>
        <p:nvSpPr>
          <p:cNvPr id="15" name="テキスト ボックス 14">
            <a:extLst>
              <a:ext uri="{FF2B5EF4-FFF2-40B4-BE49-F238E27FC236}">
                <a16:creationId xmlns:a16="http://schemas.microsoft.com/office/drawing/2014/main" id="{64B93643-D887-149C-E846-401055890879}"/>
              </a:ext>
            </a:extLst>
          </p:cNvPr>
          <p:cNvSpPr txBox="1"/>
          <p:nvPr/>
        </p:nvSpPr>
        <p:spPr>
          <a:xfrm>
            <a:off x="1322614" y="321939"/>
            <a:ext cx="6093822"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5400" dirty="0">
                <a:solidFill>
                  <a:schemeClr val="bg1"/>
                </a:solidFill>
                <a:latin typeface="Meiryo UI" panose="020B0604030504040204" pitchFamily="50" charset="-128"/>
                <a:ea typeface="Meiryo UI" panose="020B0604030504040204" pitchFamily="50" charset="-128"/>
                <a:cs typeface="+mj-cs"/>
              </a:rPr>
              <a:t>結論</a:t>
            </a:r>
            <a:endParaRPr kumimoji="1" lang="en-US" altLang="ja-JP" sz="5400" dirty="0">
              <a:solidFill>
                <a:schemeClr val="bg1"/>
              </a:solidFill>
              <a:latin typeface="Meiryo UI" panose="020B0604030504040204" pitchFamily="50" charset="-128"/>
              <a:ea typeface="Meiryo UI" panose="020B0604030504040204" pitchFamily="50" charset="-128"/>
              <a:cs typeface="+mj-cs"/>
            </a:endParaRPr>
          </a:p>
        </p:txBody>
      </p:sp>
      <p:sp>
        <p:nvSpPr>
          <p:cNvPr id="16" name="テキスト ボックス 15">
            <a:extLst>
              <a:ext uri="{FF2B5EF4-FFF2-40B4-BE49-F238E27FC236}">
                <a16:creationId xmlns:a16="http://schemas.microsoft.com/office/drawing/2014/main" id="{207934C2-CB80-4152-A2B5-9E8432B7BFF5}"/>
              </a:ext>
            </a:extLst>
          </p:cNvPr>
          <p:cNvSpPr txBox="1"/>
          <p:nvPr/>
        </p:nvSpPr>
        <p:spPr>
          <a:xfrm>
            <a:off x="1322614" y="1523722"/>
            <a:ext cx="10682152" cy="5632311"/>
          </a:xfrm>
          <a:prstGeom prst="rect">
            <a:avLst/>
          </a:prstGeom>
          <a:noFill/>
        </p:spPr>
        <p:txBody>
          <a:bodyPr wrap="square">
            <a:spAutoFit/>
          </a:bodyPr>
          <a:lstStyle/>
          <a:p>
            <a:pPr lvl="0">
              <a:defRPr/>
            </a:pPr>
            <a:r>
              <a:rPr kumimoji="1" lang="ja-JP" altLang="en-US" sz="4000" dirty="0">
                <a:solidFill>
                  <a:schemeClr val="bg1"/>
                </a:solidFill>
                <a:latin typeface="Meiryo UI" panose="020B0604030504040204" pitchFamily="50" charset="-128"/>
                <a:ea typeface="Meiryo UI" panose="020B0604030504040204" pitchFamily="50" charset="-128"/>
                <a:cs typeface="+mj-cs"/>
              </a:rPr>
              <a:t>利点</a:t>
            </a:r>
            <a:endParaRPr kumimoji="1" lang="en-US" altLang="ja-JP" sz="4000" dirty="0">
              <a:solidFill>
                <a:schemeClr val="bg1"/>
              </a:solidFill>
              <a:latin typeface="Meiryo UI" panose="020B0604030504040204" pitchFamily="50" charset="-128"/>
              <a:ea typeface="Meiryo UI" panose="020B0604030504040204" pitchFamily="50" charset="-128"/>
              <a:cs typeface="+mj-cs"/>
            </a:endParaRPr>
          </a:p>
          <a:p>
            <a:pPr marL="571500" lvl="0" indent="-571500">
              <a:buFont typeface="Arial" panose="020B0604020202020204" pitchFamily="34" charset="0"/>
              <a:buChar char="•"/>
              <a:defRPr/>
            </a:pPr>
            <a:r>
              <a:rPr kumimoji="1" lang="ja-JP" altLang="en-US" sz="4000" dirty="0">
                <a:solidFill>
                  <a:schemeClr val="bg1"/>
                </a:solidFill>
                <a:latin typeface="Meiryo UI" panose="020B0604030504040204" pitchFamily="50" charset="-128"/>
                <a:ea typeface="Meiryo UI" panose="020B0604030504040204" pitchFamily="50" charset="-128"/>
                <a:cs typeface="+mj-cs"/>
              </a:rPr>
              <a:t>メモリ共有により、処理ごとに毎回新しくメモリを占有しないことによる</a:t>
            </a:r>
            <a:endParaRPr kumimoji="1" lang="en-US" altLang="ja-JP" sz="4000" dirty="0">
              <a:solidFill>
                <a:schemeClr val="bg1"/>
              </a:solidFill>
              <a:latin typeface="Meiryo UI" panose="020B0604030504040204" pitchFamily="50" charset="-128"/>
              <a:ea typeface="Meiryo UI" panose="020B0604030504040204" pitchFamily="50" charset="-128"/>
              <a:cs typeface="+mj-cs"/>
            </a:endParaRPr>
          </a:p>
          <a:p>
            <a:pPr lvl="0">
              <a:defRPr/>
            </a:pPr>
            <a:r>
              <a:rPr kumimoji="1" lang="ja-JP" altLang="en-US" sz="4000" dirty="0">
                <a:solidFill>
                  <a:schemeClr val="bg1"/>
                </a:solidFill>
                <a:latin typeface="Meiryo UI" panose="020B0604030504040204" pitchFamily="50" charset="-128"/>
                <a:ea typeface="Meiryo UI" panose="020B0604030504040204" pitchFamily="50" charset="-128"/>
                <a:cs typeface="+mj-cs"/>
              </a:rPr>
              <a:t>　　　　　　　　</a:t>
            </a:r>
            <a:r>
              <a:rPr kumimoji="1" lang="ja-JP" altLang="en-US" sz="4000" b="1" u="sng" dirty="0">
                <a:solidFill>
                  <a:schemeClr val="bg1"/>
                </a:solidFill>
                <a:latin typeface="Meiryo UI" panose="020B0604030504040204" pitchFamily="50" charset="-128"/>
                <a:ea typeface="Meiryo UI" panose="020B0604030504040204" pitchFamily="50" charset="-128"/>
                <a:cs typeface="+mj-cs"/>
              </a:rPr>
              <a:t>「メモリ節約・データ高速共有」</a:t>
            </a:r>
            <a:endParaRPr kumimoji="1" lang="en-US" altLang="ja-JP" sz="4000" b="1" u="sng" dirty="0">
              <a:solidFill>
                <a:schemeClr val="bg1"/>
              </a:solidFill>
              <a:latin typeface="Meiryo UI" panose="020B0604030504040204" pitchFamily="50" charset="-128"/>
              <a:ea typeface="Meiryo UI" panose="020B0604030504040204" pitchFamily="50" charset="-128"/>
              <a:cs typeface="+mj-cs"/>
            </a:endParaRPr>
          </a:p>
          <a:p>
            <a:pPr lvl="0">
              <a:defRPr/>
            </a:pPr>
            <a:r>
              <a:rPr kumimoji="1" lang="ja-JP" altLang="en-US" sz="4000" dirty="0">
                <a:solidFill>
                  <a:schemeClr val="bg1"/>
                </a:solidFill>
                <a:latin typeface="Meiryo UI" panose="020B0604030504040204" pitchFamily="50" charset="-128"/>
                <a:ea typeface="Meiryo UI" panose="020B0604030504040204" pitchFamily="50" charset="-128"/>
                <a:cs typeface="+mj-cs"/>
              </a:rPr>
              <a:t>欠点</a:t>
            </a:r>
            <a:endParaRPr kumimoji="1" lang="en-US" altLang="ja-JP" sz="4000" dirty="0">
              <a:solidFill>
                <a:schemeClr val="bg1"/>
              </a:solidFill>
              <a:latin typeface="Meiryo UI" panose="020B0604030504040204" pitchFamily="50" charset="-128"/>
              <a:ea typeface="Meiryo UI" panose="020B0604030504040204" pitchFamily="50" charset="-128"/>
              <a:cs typeface="+mj-cs"/>
            </a:endParaRPr>
          </a:p>
          <a:p>
            <a:pPr marL="571500" lvl="0" indent="-571500">
              <a:buFont typeface="Arial" panose="020B0604020202020204" pitchFamily="34" charset="0"/>
              <a:buChar char="•"/>
              <a:defRPr/>
            </a:pPr>
            <a:r>
              <a:rPr kumimoji="1" lang="ja-JP" altLang="en-US" sz="4000" dirty="0">
                <a:solidFill>
                  <a:schemeClr val="bg1"/>
                </a:solidFill>
                <a:latin typeface="Meiryo UI" panose="020B0604030504040204" pitchFamily="50" charset="-128"/>
                <a:ea typeface="Meiryo UI" panose="020B0604030504040204" pitchFamily="50" charset="-128"/>
                <a:cs typeface="+mj-cs"/>
              </a:rPr>
              <a:t>メモリを共有して複数の処理が同じ場所を使用することによる</a:t>
            </a:r>
            <a:endParaRPr kumimoji="1" lang="en-US" altLang="ja-JP" sz="4000" dirty="0">
              <a:solidFill>
                <a:schemeClr val="bg1"/>
              </a:solidFill>
              <a:latin typeface="Meiryo UI" panose="020B0604030504040204" pitchFamily="50" charset="-128"/>
              <a:ea typeface="Meiryo UI" panose="020B0604030504040204" pitchFamily="50" charset="-128"/>
              <a:cs typeface="+mj-cs"/>
            </a:endParaRPr>
          </a:p>
          <a:p>
            <a:pPr>
              <a:defRPr/>
            </a:pPr>
            <a:r>
              <a:rPr kumimoji="1" lang="ja-JP" altLang="en-US" sz="4000" b="1" dirty="0">
                <a:solidFill>
                  <a:schemeClr val="bg1"/>
                </a:solidFill>
                <a:latin typeface="Meiryo UI" panose="020B0604030504040204" pitchFamily="50" charset="-128"/>
                <a:ea typeface="Meiryo UI" panose="020B0604030504040204" pitchFamily="50" charset="-128"/>
              </a:rPr>
              <a:t>　　　　　　　　</a:t>
            </a:r>
            <a:r>
              <a:rPr kumimoji="1" lang="ja-JP" altLang="en-US" sz="4000" b="1" u="sng" dirty="0">
                <a:solidFill>
                  <a:schemeClr val="bg1"/>
                </a:solidFill>
                <a:latin typeface="Meiryo UI" panose="020B0604030504040204" pitchFamily="50" charset="-128"/>
                <a:ea typeface="Meiryo UI" panose="020B0604030504040204" pitchFamily="50" charset="-128"/>
              </a:rPr>
              <a:t>「データ競合・クラッシュの波及」</a:t>
            </a:r>
            <a:endParaRPr kumimoji="1" lang="en-US" altLang="ja-JP" sz="4000" b="1" u="sng" dirty="0">
              <a:solidFill>
                <a:schemeClr val="bg1"/>
              </a:solidFill>
              <a:latin typeface="Meiryo UI" panose="020B0604030504040204" pitchFamily="50" charset="-128"/>
              <a:ea typeface="Meiryo UI" panose="020B0604030504040204" pitchFamily="50" charset="-128"/>
            </a:endParaRPr>
          </a:p>
          <a:p>
            <a:pPr marL="571500" lvl="0" indent="-571500">
              <a:buFont typeface="Arial" panose="020B0604020202020204" pitchFamily="34" charset="0"/>
              <a:buChar char="•"/>
              <a:defRPr/>
            </a:pPr>
            <a:endParaRPr kumimoji="1" lang="en-US" altLang="ja-JP" sz="4000" dirty="0">
              <a:solidFill>
                <a:schemeClr val="bg1"/>
              </a:solidFill>
              <a:latin typeface="Meiryo UI" panose="020B0604030504040204" pitchFamily="50" charset="-128"/>
              <a:ea typeface="Meiryo UI" panose="020B0604030504040204" pitchFamily="50" charset="-128"/>
              <a:cs typeface="+mj-cs"/>
            </a:endParaRPr>
          </a:p>
        </p:txBody>
      </p:sp>
    </p:spTree>
    <p:extLst>
      <p:ext uri="{BB962C8B-B14F-4D97-AF65-F5344CB8AC3E}">
        <p14:creationId xmlns:p14="http://schemas.microsoft.com/office/powerpoint/2010/main" val="3274850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0BA9A-1A16-AB6E-D5CB-E35D2B2B4E85}"/>
            </a:ext>
          </a:extLst>
        </p:cNvPr>
        <p:cNvGrpSpPr/>
        <p:nvPr/>
      </p:nvGrpSpPr>
      <p:grpSpPr>
        <a:xfrm>
          <a:off x="0" y="0"/>
          <a:ext cx="0" cy="0"/>
          <a:chOff x="0" y="0"/>
          <a:chExt cx="0" cy="0"/>
        </a:xfrm>
      </p:grpSpPr>
      <p:pic>
        <p:nvPicPr>
          <p:cNvPr id="13" name="図 12">
            <a:extLst>
              <a:ext uri="{FF2B5EF4-FFF2-40B4-BE49-F238E27FC236}">
                <a16:creationId xmlns:a16="http://schemas.microsoft.com/office/drawing/2014/main" id="{5C749A64-8DB7-37BA-E23A-659C76B645E3}"/>
              </a:ext>
            </a:extLst>
          </p:cNvPr>
          <p:cNvPicPr>
            <a:picLocks noChangeAspect="1"/>
          </p:cNvPicPr>
          <p:nvPr/>
        </p:nvPicPr>
        <p:blipFill>
          <a:blip r:embed="rId3"/>
          <a:stretch>
            <a:fillRect/>
          </a:stretch>
        </p:blipFill>
        <p:spPr>
          <a:xfrm>
            <a:off x="104503" y="52999"/>
            <a:ext cx="12087497" cy="6752001"/>
          </a:xfrm>
          <a:prstGeom prst="rect">
            <a:avLst/>
          </a:prstGeom>
        </p:spPr>
      </p:pic>
      <p:sp>
        <p:nvSpPr>
          <p:cNvPr id="3" name="テキスト ボックス 2">
            <a:extLst>
              <a:ext uri="{FF2B5EF4-FFF2-40B4-BE49-F238E27FC236}">
                <a16:creationId xmlns:a16="http://schemas.microsoft.com/office/drawing/2014/main" id="{BF7CA5C4-3C01-0C9E-6DB7-17D37A17F406}"/>
              </a:ext>
            </a:extLst>
          </p:cNvPr>
          <p:cNvSpPr txBox="1"/>
          <p:nvPr/>
        </p:nvSpPr>
        <p:spPr>
          <a:xfrm>
            <a:off x="2265851" y="1079882"/>
            <a:ext cx="2322191" cy="707886"/>
          </a:xfrm>
          <a:prstGeom prst="rect">
            <a:avLst/>
          </a:prstGeom>
          <a:solidFill>
            <a:srgbClr val="95B8BF"/>
          </a:solidFill>
        </p:spPr>
        <p:txBody>
          <a:bodyPr wrap="square" rtlCol="0">
            <a:spAutoFit/>
          </a:bodyPr>
          <a:lstStyle/>
          <a:p>
            <a:pPr algn="ctr"/>
            <a:r>
              <a:rPr kumimoji="1" lang="en-US" altLang="ja-JP" sz="4000" b="1" dirty="0">
                <a:solidFill>
                  <a:schemeClr val="accent3">
                    <a:lumMod val="10000"/>
                  </a:schemeClr>
                </a:solidFill>
                <a:latin typeface="Meiryo UI" panose="020B0604030504040204" pitchFamily="50" charset="-128"/>
                <a:ea typeface="Meiryo UI" panose="020B0604030504040204" pitchFamily="50" charset="-128"/>
                <a:cs typeface="+mj-cs"/>
              </a:rPr>
              <a:t>Word</a:t>
            </a:r>
            <a:endParaRPr kumimoji="1" lang="ja-JP" altLang="en-US" dirty="0"/>
          </a:p>
        </p:txBody>
      </p:sp>
      <p:sp>
        <p:nvSpPr>
          <p:cNvPr id="4" name="テキスト ボックス 3">
            <a:extLst>
              <a:ext uri="{FF2B5EF4-FFF2-40B4-BE49-F238E27FC236}">
                <a16:creationId xmlns:a16="http://schemas.microsoft.com/office/drawing/2014/main" id="{86A21DCB-B2B5-89B3-16B8-3EA3BCFC17D2}"/>
              </a:ext>
            </a:extLst>
          </p:cNvPr>
          <p:cNvSpPr txBox="1"/>
          <p:nvPr/>
        </p:nvSpPr>
        <p:spPr>
          <a:xfrm>
            <a:off x="7603960" y="1079882"/>
            <a:ext cx="2322191" cy="707886"/>
          </a:xfrm>
          <a:prstGeom prst="rect">
            <a:avLst/>
          </a:prstGeom>
          <a:solidFill>
            <a:srgbClr val="95B8BF"/>
          </a:solidFill>
        </p:spPr>
        <p:txBody>
          <a:bodyPr wrap="square" rtlCol="0">
            <a:spAutoFit/>
          </a:bodyPr>
          <a:lstStyle/>
          <a:p>
            <a:pPr algn="ctr"/>
            <a:r>
              <a:rPr kumimoji="1" lang="en-US" altLang="ja-JP" sz="4000" b="1" dirty="0">
                <a:solidFill>
                  <a:schemeClr val="accent3">
                    <a:lumMod val="10000"/>
                  </a:schemeClr>
                </a:solidFill>
                <a:latin typeface="Meiryo UI" panose="020B0604030504040204" pitchFamily="50" charset="-128"/>
                <a:ea typeface="Meiryo UI" panose="020B0604030504040204" pitchFamily="50" charset="-128"/>
                <a:cs typeface="+mj-cs"/>
              </a:rPr>
              <a:t>Excel</a:t>
            </a:r>
            <a:endParaRPr kumimoji="1" lang="ja-JP" altLang="en-US" dirty="0"/>
          </a:p>
        </p:txBody>
      </p:sp>
    </p:spTree>
    <p:extLst>
      <p:ext uri="{BB962C8B-B14F-4D97-AF65-F5344CB8AC3E}">
        <p14:creationId xmlns:p14="http://schemas.microsoft.com/office/powerpoint/2010/main" val="2627543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99D9B-1C1B-8EC8-7C08-8886E2A023A1}"/>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D4C9289B-D992-9A38-EC0A-1B45C2A68E0A}"/>
              </a:ext>
            </a:extLst>
          </p:cNvPr>
          <p:cNvPicPr>
            <a:picLocks noChangeAspect="1"/>
          </p:cNvPicPr>
          <p:nvPr/>
        </p:nvPicPr>
        <p:blipFill>
          <a:blip r:embed="rId3"/>
          <a:stretch>
            <a:fillRect/>
          </a:stretch>
        </p:blipFill>
        <p:spPr>
          <a:xfrm>
            <a:off x="0" y="59531"/>
            <a:ext cx="12192000" cy="6798469"/>
          </a:xfrm>
          <a:prstGeom prst="rect">
            <a:avLst/>
          </a:prstGeom>
        </p:spPr>
      </p:pic>
      <p:sp>
        <p:nvSpPr>
          <p:cNvPr id="4" name="テキスト ボックス 3">
            <a:extLst>
              <a:ext uri="{FF2B5EF4-FFF2-40B4-BE49-F238E27FC236}">
                <a16:creationId xmlns:a16="http://schemas.microsoft.com/office/drawing/2014/main" id="{B4592A0B-AD21-2210-3713-79683495F6C1}"/>
              </a:ext>
            </a:extLst>
          </p:cNvPr>
          <p:cNvSpPr txBox="1"/>
          <p:nvPr/>
        </p:nvSpPr>
        <p:spPr>
          <a:xfrm>
            <a:off x="1445746" y="1158933"/>
            <a:ext cx="9300507" cy="5016758"/>
          </a:xfrm>
          <a:prstGeom prst="rect">
            <a:avLst/>
          </a:prstGeom>
          <a:solidFill>
            <a:srgbClr val="95B8BF"/>
          </a:solidFill>
        </p:spPr>
        <p:txBody>
          <a:bodyPr wrap="square" rtlCol="0">
            <a:spAutoFit/>
          </a:bodyPr>
          <a:lstStyle/>
          <a:p>
            <a:pPr algn="ct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アプリ（プロセス）内に複数のスレッドを</a:t>
            </a:r>
            <a:endParaRPr kumimoji="1" lang="en-US" altLang="ja-JP" sz="4000" b="1" dirty="0">
              <a:solidFill>
                <a:schemeClr val="accent3">
                  <a:lumMod val="10000"/>
                </a:schemeClr>
              </a:solidFill>
              <a:latin typeface="Meiryo UI" panose="020B0604030504040204" pitchFamily="50" charset="-128"/>
              <a:ea typeface="Meiryo UI" panose="020B0604030504040204" pitchFamily="50" charset="-128"/>
              <a:cs typeface="+mj-cs"/>
            </a:endParaRPr>
          </a:p>
          <a:p>
            <a:pPr algn="ct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用意し</a:t>
            </a:r>
            <a:r>
              <a:rPr kumimoji="1" lang="ja-JP" altLang="en-US" sz="4000" b="1" u="sng" dirty="0">
                <a:solidFill>
                  <a:schemeClr val="accent3">
                    <a:lumMod val="10000"/>
                  </a:schemeClr>
                </a:solidFill>
                <a:latin typeface="Meiryo UI" panose="020B0604030504040204" pitchFamily="50" charset="-128"/>
                <a:ea typeface="Meiryo UI" panose="020B0604030504040204" pitchFamily="50" charset="-128"/>
                <a:cs typeface="+mj-cs"/>
              </a:rPr>
              <a:t>マルチスレッド</a:t>
            </a: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として走らせる</a:t>
            </a:r>
            <a:br>
              <a:rPr kumimoji="1" lang="en-US" altLang="ja-JP" sz="4000" b="1" dirty="0">
                <a:solidFill>
                  <a:schemeClr val="accent3">
                    <a:lumMod val="10000"/>
                  </a:schemeClr>
                </a:solidFill>
                <a:latin typeface="Meiryo UI" panose="020B0604030504040204" pitchFamily="50" charset="-128"/>
                <a:ea typeface="Meiryo UI" panose="020B0604030504040204" pitchFamily="50" charset="-128"/>
                <a:cs typeface="+mj-cs"/>
              </a:rPr>
            </a:br>
            <a:br>
              <a:rPr kumimoji="1" lang="en-US" altLang="ja-JP" sz="4000" b="1" dirty="0">
                <a:solidFill>
                  <a:schemeClr val="accent3">
                    <a:lumMod val="10000"/>
                  </a:schemeClr>
                </a:solidFill>
                <a:latin typeface="Meiryo UI" panose="020B0604030504040204" pitchFamily="50" charset="-128"/>
                <a:ea typeface="Meiryo UI" panose="020B0604030504040204" pitchFamily="50" charset="-128"/>
                <a:cs typeface="+mj-cs"/>
              </a:rPr>
            </a:b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a:t>
            </a:r>
            <a:br>
              <a:rPr kumimoji="1" lang="en-US" altLang="ja-JP" sz="4000" b="1" dirty="0">
                <a:solidFill>
                  <a:schemeClr val="accent3">
                    <a:lumMod val="10000"/>
                  </a:schemeClr>
                </a:solidFill>
                <a:latin typeface="Meiryo UI" panose="020B0604030504040204" pitchFamily="50" charset="-128"/>
                <a:ea typeface="Meiryo UI" panose="020B0604030504040204" pitchFamily="50" charset="-128"/>
                <a:cs typeface="+mj-cs"/>
              </a:rPr>
            </a:br>
            <a:br>
              <a:rPr kumimoji="1" lang="en-US" altLang="ja-JP" sz="4000" b="1" dirty="0">
                <a:solidFill>
                  <a:schemeClr val="accent3">
                    <a:lumMod val="10000"/>
                  </a:schemeClr>
                </a:solidFill>
                <a:latin typeface="Meiryo UI" panose="020B0604030504040204" pitchFamily="50" charset="-128"/>
                <a:ea typeface="Meiryo UI" panose="020B0604030504040204" pitchFamily="50" charset="-128"/>
                <a:cs typeface="+mj-cs"/>
              </a:rPr>
            </a:b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新たにメモリ確保することなく、かつ</a:t>
            </a:r>
            <a:endParaRPr kumimoji="1" lang="en-US" altLang="ja-JP" dirty="0"/>
          </a:p>
          <a:p>
            <a:pPr algn="ct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同じメモリを使用するため</a:t>
            </a:r>
            <a:br>
              <a:rPr kumimoji="1" lang="en-US" altLang="ja-JP" sz="4000" b="1" dirty="0">
                <a:solidFill>
                  <a:schemeClr val="accent3">
                    <a:lumMod val="10000"/>
                  </a:schemeClr>
                </a:solidFill>
                <a:latin typeface="Meiryo UI" panose="020B0604030504040204" pitchFamily="50" charset="-128"/>
                <a:ea typeface="Meiryo UI" panose="020B0604030504040204" pitchFamily="50" charset="-128"/>
                <a:cs typeface="+mj-cs"/>
              </a:rPr>
            </a:br>
            <a:r>
              <a:rPr kumimoji="1" lang="ja-JP" altLang="en-US" sz="4000" b="1" u="sng" dirty="0">
                <a:solidFill>
                  <a:schemeClr val="accent3">
                    <a:lumMod val="10000"/>
                  </a:schemeClr>
                </a:solidFill>
                <a:latin typeface="Meiryo UI" panose="020B0604030504040204" pitchFamily="50" charset="-128"/>
                <a:ea typeface="Meiryo UI" panose="020B0604030504040204" pitchFamily="50" charset="-128"/>
                <a:cs typeface="+mj-cs"/>
              </a:rPr>
              <a:t>メモリの節約・データ高速共有</a:t>
            </a:r>
            <a:r>
              <a:rPr kumimoji="1" lang="ja-JP" altLang="en-US" sz="4000" b="1" dirty="0">
                <a:solidFill>
                  <a:schemeClr val="accent3">
                    <a:lumMod val="10000"/>
                  </a:schemeClr>
                </a:solidFill>
                <a:latin typeface="Meiryo UI" panose="020B0604030504040204" pitchFamily="50" charset="-128"/>
                <a:ea typeface="Meiryo UI" panose="020B0604030504040204" pitchFamily="50" charset="-128"/>
                <a:cs typeface="+mj-cs"/>
              </a:rPr>
              <a:t>になる。</a:t>
            </a:r>
            <a:endParaRPr kumimoji="1" lang="en-US" altLang="ja-JP" sz="4000" b="1" dirty="0">
              <a:solidFill>
                <a:schemeClr val="accent3">
                  <a:lumMod val="10000"/>
                </a:schemeClr>
              </a:solidFill>
              <a:latin typeface="Meiryo UI" panose="020B0604030504040204" pitchFamily="50" charset="-128"/>
              <a:ea typeface="Meiryo UI" panose="020B0604030504040204" pitchFamily="50" charset="-128"/>
              <a:cs typeface="+mj-cs"/>
            </a:endParaRPr>
          </a:p>
        </p:txBody>
      </p:sp>
    </p:spTree>
    <p:extLst>
      <p:ext uri="{BB962C8B-B14F-4D97-AF65-F5344CB8AC3E}">
        <p14:creationId xmlns:p14="http://schemas.microsoft.com/office/powerpoint/2010/main" val="31633062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B2682-035B-E64A-D5AF-020AF6EFC273}"/>
            </a:ext>
          </a:extLst>
        </p:cNvPr>
        <p:cNvGrpSpPr/>
        <p:nvPr/>
      </p:nvGrpSpPr>
      <p:grpSpPr>
        <a:xfrm>
          <a:off x="0" y="0"/>
          <a:ext cx="0" cy="0"/>
          <a:chOff x="0" y="0"/>
          <a:chExt cx="0" cy="0"/>
        </a:xfrm>
      </p:grpSpPr>
      <p:pic>
        <p:nvPicPr>
          <p:cNvPr id="10" name="図 9">
            <a:extLst>
              <a:ext uri="{FF2B5EF4-FFF2-40B4-BE49-F238E27FC236}">
                <a16:creationId xmlns:a16="http://schemas.microsoft.com/office/drawing/2014/main" id="{A880C4DD-F229-6E62-C85E-5CB7F4F8BA63}"/>
              </a:ext>
            </a:extLst>
          </p:cNvPr>
          <p:cNvPicPr>
            <a:picLocks noChangeAspect="1"/>
          </p:cNvPicPr>
          <p:nvPr/>
        </p:nvPicPr>
        <p:blipFill>
          <a:blip r:embed="rId3"/>
          <a:stretch>
            <a:fillRect/>
          </a:stretch>
        </p:blipFill>
        <p:spPr>
          <a:xfrm>
            <a:off x="0" y="47625"/>
            <a:ext cx="12192000" cy="6810375"/>
          </a:xfrm>
          <a:prstGeom prst="rect">
            <a:avLst/>
          </a:prstGeom>
        </p:spPr>
      </p:pic>
    </p:spTree>
    <p:extLst>
      <p:ext uri="{BB962C8B-B14F-4D97-AF65-F5344CB8AC3E}">
        <p14:creationId xmlns:p14="http://schemas.microsoft.com/office/powerpoint/2010/main" val="994541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C742E-B5DE-9905-2528-15169E5AC9F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AC46B23-B442-A5CC-C3CB-B25E9F3CDBD0}"/>
              </a:ext>
            </a:extLst>
          </p:cNvPr>
          <p:cNvSpPr>
            <a:spLocks noGrp="1"/>
          </p:cNvSpPr>
          <p:nvPr>
            <p:ph type="title"/>
          </p:nvPr>
        </p:nvSpPr>
        <p:spPr>
          <a:xfrm>
            <a:off x="1508051" y="0"/>
            <a:ext cx="9175897" cy="989432"/>
          </a:xfrm>
        </p:spPr>
        <p:txBody>
          <a:bodyPr rtlCol="0">
            <a:normAutofit/>
          </a:bodyPr>
          <a:lstStyle>
            <a:defPPr>
              <a:defRPr lang="ja-JP"/>
            </a:defPPr>
          </a:lstStyle>
          <a:p>
            <a:pPr algn="ctr"/>
            <a:r>
              <a:rPr lang="ja-JP" altLang="en-US" dirty="0"/>
              <a:t>まとめ</a:t>
            </a:r>
            <a:endParaRPr lang="en-US" altLang="ja-JP" dirty="0"/>
          </a:p>
        </p:txBody>
      </p:sp>
      <p:pic>
        <p:nvPicPr>
          <p:cNvPr id="4" name="図 3">
            <a:extLst>
              <a:ext uri="{FF2B5EF4-FFF2-40B4-BE49-F238E27FC236}">
                <a16:creationId xmlns:a16="http://schemas.microsoft.com/office/drawing/2014/main" id="{9646D1CB-8D65-96B4-6480-C3C90610550A}"/>
              </a:ext>
            </a:extLst>
          </p:cNvPr>
          <p:cNvPicPr>
            <a:picLocks noChangeAspect="1"/>
          </p:cNvPicPr>
          <p:nvPr/>
        </p:nvPicPr>
        <p:blipFill>
          <a:blip r:embed="rId3"/>
          <a:stretch>
            <a:fillRect/>
          </a:stretch>
        </p:blipFill>
        <p:spPr>
          <a:xfrm>
            <a:off x="0" y="-19804"/>
            <a:ext cx="12192000" cy="6877804"/>
          </a:xfrm>
          <a:prstGeom prst="rect">
            <a:avLst/>
          </a:prstGeom>
        </p:spPr>
      </p:pic>
    </p:spTree>
    <p:extLst>
      <p:ext uri="{BB962C8B-B14F-4D97-AF65-F5344CB8AC3E}">
        <p14:creationId xmlns:p14="http://schemas.microsoft.com/office/powerpoint/2010/main" val="2575436936"/>
      </p:ext>
    </p:extLst>
  </p:cSld>
  <p:clrMapOvr>
    <a:masterClrMapping/>
  </p:clrMapOvr>
</p:sld>
</file>

<file path=ppt/theme/theme1.xml><?xml version="1.0" encoding="utf-8"?>
<a:theme xmlns:a="http://schemas.openxmlformats.org/drawingml/2006/main" name="ユーザー設定">
  <a:themeElements>
    <a:clrScheme name="Custom 23">
      <a:dk1>
        <a:sysClr val="windowText" lastClr="000000"/>
      </a:dk1>
      <a:lt1>
        <a:sysClr val="window" lastClr="FFFFFF"/>
      </a:lt1>
      <a:dk2>
        <a:srgbClr val="44546A"/>
      </a:dk2>
      <a:lt2>
        <a:srgbClr val="E7E6E6"/>
      </a:lt2>
      <a:accent1>
        <a:srgbClr val="58696B"/>
      </a:accent1>
      <a:accent2>
        <a:srgbClr val="95B8BF"/>
      </a:accent2>
      <a:accent3>
        <a:srgbClr val="BFD4D9"/>
      </a:accent3>
      <a:accent4>
        <a:srgbClr val="5B4839"/>
      </a:accent4>
      <a:accent5>
        <a:srgbClr val="C3A398"/>
      </a:accent5>
      <a:accent6>
        <a:srgbClr val="CA553E"/>
      </a:accent6>
      <a:hlink>
        <a:srgbClr val="0563C1"/>
      </a:hlink>
      <a:folHlink>
        <a:srgbClr val="954F72"/>
      </a:folHlink>
    </a:clrScheme>
    <a:fontScheme name="Custom 30">
      <a:majorFont>
        <a:latin typeface="Meiryo UI "/>
        <a:ea typeface=""/>
        <a:cs typeface="Meiryo UI "/>
      </a:majorFont>
      <a:minorFont>
        <a:latin typeface="Meiryo UI "/>
        <a:ea typeface=""/>
        <a:cs typeface="Meiryo UI "/>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accent5">
              <a:lumMod val="20000"/>
              <a:lumOff val="80000"/>
            </a:schemeClr>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_72938360_TF78544816_Win32" id="{029ED66B-9A8D-46F5-948E-0ADEE2C80AFD}" vid="{66DD23D5-FBAC-432E-A532-9880DE2D209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 panose="020F0302020204030204"/>
        <a:ea typeface=""/>
        <a:cs typeface="Meiryo UI "/>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UI " panose="020F0502020204030204"/>
        <a:ea typeface=""/>
        <a:cs typeface="Meiryo UI "/>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69E9DE5-EFFE-4262-A023-32732F0B66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DE3707C-8CAB-4302-B7E1-D32E1543E05C}">
  <ds:schemaRefs>
    <ds:schemaRef ds:uri="http://schemas.microsoft.com/sharepoint/v3/contenttype/forms"/>
  </ds:schemaRefs>
</ds:datastoreItem>
</file>

<file path=customXml/itemProps3.xml><?xml version="1.0" encoding="utf-8"?>
<ds:datastoreItem xmlns:ds="http://schemas.openxmlformats.org/officeDocument/2006/customXml" ds:itemID="{3FDB7358-0BCB-4DEB-B717-C1D7CC555F05}">
  <ds:schemaRefs>
    <ds:schemaRef ds:uri="http://www.w3.org/XML/1998/namespace"/>
    <ds:schemaRef ds:uri="http://purl.org/dc/terms/"/>
    <ds:schemaRef ds:uri="http://schemas.microsoft.com/sharepoint/v3"/>
    <ds:schemaRef ds:uri="http://schemas.microsoft.com/office/infopath/2007/PartnerControls"/>
    <ds:schemaRef ds:uri="http://purl.org/dc/dcmitype/"/>
    <ds:schemaRef ds:uri="http://schemas.openxmlformats.org/package/2006/metadata/core-properties"/>
    <ds:schemaRef ds:uri="230e9df3-be65-4c73-a93b-d1236ebd677e"/>
    <ds:schemaRef ds:uri="http://schemas.microsoft.com/office/2006/documentManagement/types"/>
    <ds:schemaRef ds:uri="16c05727-aa75-4e4a-9b5f-8a80a1165891"/>
    <ds:schemaRef ds:uri="71af3243-3dd4-4a8d-8c0d-dd76da1f02a5"/>
    <ds:schemaRef ds:uri="http://schemas.microsoft.com/office/2006/metadata/properties"/>
    <ds:schemaRef ds:uri="http://purl.org/dc/elements/1.1/"/>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会議用モダン プレゼンテーション</Template>
  <TotalTime>8877</TotalTime>
  <Words>810</Words>
  <Application>Microsoft Office PowerPoint</Application>
  <PresentationFormat>ワイド画面</PresentationFormat>
  <Paragraphs>31</Paragraphs>
  <Slides>6</Slides>
  <Notes>6</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6</vt:i4>
      </vt:variant>
    </vt:vector>
  </HeadingPairs>
  <TitlesOfParts>
    <vt:vector size="9" baseType="lpstr">
      <vt:lpstr>Meiryo UI</vt:lpstr>
      <vt:lpstr>Arial</vt:lpstr>
      <vt:lpstr>ユーザー設定</vt:lpstr>
      <vt:lpstr>マルチスレッドの利点と欠点</vt:lpstr>
      <vt:lpstr>PowerPoint プレゼンテーション</vt:lpstr>
      <vt:lpstr>PowerPoint プレゼンテーション</vt:lpstr>
      <vt:lpstr>PowerPoint プレゼンテーション</vt:lpstr>
      <vt:lpstr>PowerPoint プレゼンテーション</vt:lpstr>
      <vt:lpstr>まとめ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j22345nk</dc:creator>
  <cp:lastModifiedBy>g26014nk</cp:lastModifiedBy>
  <cp:revision>240</cp:revision>
  <dcterms:created xsi:type="dcterms:W3CDTF">2026-04-22T00:57:43Z</dcterms:created>
  <dcterms:modified xsi:type="dcterms:W3CDTF">2026-05-26T05:02:36Z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